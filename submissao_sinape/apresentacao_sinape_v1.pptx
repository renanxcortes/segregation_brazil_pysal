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9" r:id="rId3"/>
    <p:sldId id="361" r:id="rId4"/>
    <p:sldId id="363" r:id="rId5"/>
    <p:sldId id="362" r:id="rId6"/>
    <p:sldId id="364" r:id="rId7"/>
    <p:sldId id="365" r:id="rId8"/>
    <p:sldId id="260" r:id="rId9"/>
    <p:sldId id="366" r:id="rId10"/>
    <p:sldId id="367" r:id="rId11"/>
    <p:sldId id="368" r:id="rId12"/>
    <p:sldId id="369" r:id="rId1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n Xavier Cortes" userId="d6af805853004405" providerId="LiveId" clId="{6CBA8CAD-390F-4A11-B907-BBB4B6E0B449}"/>
    <pc:docChg chg="undo custSel addSld delSld modSld">
      <pc:chgData name="Renan Xavier Cortes" userId="d6af805853004405" providerId="LiveId" clId="{6CBA8CAD-390F-4A11-B907-BBB4B6E0B449}" dt="2026-01-21T21:00:53.358" v="2269"/>
      <pc:docMkLst>
        <pc:docMk/>
      </pc:docMkLst>
      <pc:sldChg chg="modSp mod modAnim">
        <pc:chgData name="Renan Xavier Cortes" userId="d6af805853004405" providerId="LiveId" clId="{6CBA8CAD-390F-4A11-B907-BBB4B6E0B449}" dt="2026-01-21T20:32:15.264" v="2075" actId="20577"/>
        <pc:sldMkLst>
          <pc:docMk/>
          <pc:sldMk cId="1859719164" sldId="259"/>
        </pc:sldMkLst>
        <pc:spChg chg="mod">
          <ac:chgData name="Renan Xavier Cortes" userId="d6af805853004405" providerId="LiveId" clId="{6CBA8CAD-390F-4A11-B907-BBB4B6E0B449}" dt="2026-01-21T18:21:08.433" v="1046" actId="1076"/>
          <ac:spMkLst>
            <pc:docMk/>
            <pc:sldMk cId="1859719164" sldId="259"/>
            <ac:spMk id="8" creationId="{39AE06C5-34BE-4D68-97C3-4C07702C2DF6}"/>
          </ac:spMkLst>
        </pc:spChg>
        <pc:spChg chg="mod">
          <ac:chgData name="Renan Xavier Cortes" userId="d6af805853004405" providerId="LiveId" clId="{6CBA8CAD-390F-4A11-B907-BBB4B6E0B449}" dt="2026-01-21T20:32:15.264" v="2075" actId="20577"/>
          <ac:spMkLst>
            <pc:docMk/>
            <pc:sldMk cId="1859719164" sldId="259"/>
            <ac:spMk id="14" creationId="{427DBFEB-81BF-4CC3-A411-FBF43D295C56}"/>
          </ac:spMkLst>
        </pc:spChg>
      </pc:sldChg>
      <pc:sldChg chg="modSp add mod setBg modAnim">
        <pc:chgData name="Renan Xavier Cortes" userId="d6af805853004405" providerId="LiveId" clId="{6CBA8CAD-390F-4A11-B907-BBB4B6E0B449}" dt="2026-01-21T18:27:43.477" v="1241"/>
        <pc:sldMkLst>
          <pc:docMk/>
          <pc:sldMk cId="2921823341" sldId="260"/>
        </pc:sldMkLst>
        <pc:spChg chg="mod">
          <ac:chgData name="Renan Xavier Cortes" userId="d6af805853004405" providerId="LiveId" clId="{6CBA8CAD-390F-4A11-B907-BBB4B6E0B449}" dt="2026-01-21T18:21:08.116" v="1045" actId="1076"/>
          <ac:spMkLst>
            <pc:docMk/>
            <pc:sldMk cId="2921823341" sldId="260"/>
            <ac:spMk id="8" creationId="{39AE06C5-34BE-4D68-97C3-4C07702C2DF6}"/>
          </ac:spMkLst>
        </pc:spChg>
        <pc:spChg chg="mod">
          <ac:chgData name="Renan Xavier Cortes" userId="d6af805853004405" providerId="LiveId" clId="{6CBA8CAD-390F-4A11-B907-BBB4B6E0B449}" dt="2026-01-21T12:50:23.079" v="123" actId="1076"/>
          <ac:spMkLst>
            <pc:docMk/>
            <pc:sldMk cId="2921823341" sldId="260"/>
            <ac:spMk id="14" creationId="{427DBFEB-81BF-4CC3-A411-FBF43D295C56}"/>
          </ac:spMkLst>
        </pc:spChg>
      </pc:sldChg>
      <pc:sldChg chg="modSp add mod modAnim">
        <pc:chgData name="Renan Xavier Cortes" userId="d6af805853004405" providerId="LiveId" clId="{6CBA8CAD-390F-4A11-B907-BBB4B6E0B449}" dt="2026-01-21T18:27:45.974" v="1242"/>
        <pc:sldMkLst>
          <pc:docMk/>
          <pc:sldMk cId="2121898900" sldId="261"/>
        </pc:sldMkLst>
        <pc:spChg chg="mod">
          <ac:chgData name="Renan Xavier Cortes" userId="d6af805853004405" providerId="LiveId" clId="{6CBA8CAD-390F-4A11-B907-BBB4B6E0B449}" dt="2026-01-21T18:21:07.798" v="1044" actId="1076"/>
          <ac:spMkLst>
            <pc:docMk/>
            <pc:sldMk cId="2121898900" sldId="261"/>
            <ac:spMk id="8" creationId="{39AE06C5-34BE-4D68-97C3-4C07702C2DF6}"/>
          </ac:spMkLst>
        </pc:spChg>
        <pc:spChg chg="mod">
          <ac:chgData name="Renan Xavier Cortes" userId="d6af805853004405" providerId="LiveId" clId="{6CBA8CAD-390F-4A11-B907-BBB4B6E0B449}" dt="2026-01-21T12:50:30.629" v="124" actId="1076"/>
          <ac:spMkLst>
            <pc:docMk/>
            <pc:sldMk cId="2121898900" sldId="261"/>
            <ac:spMk id="14" creationId="{427DBFEB-81BF-4CC3-A411-FBF43D295C56}"/>
          </ac:spMkLst>
        </pc:spChg>
      </pc:sldChg>
      <pc:sldChg chg="addSp delSp modSp add mod modAnim">
        <pc:chgData name="Renan Xavier Cortes" userId="d6af805853004405" providerId="LiveId" clId="{6CBA8CAD-390F-4A11-B907-BBB4B6E0B449}" dt="2026-01-21T18:27:49.174" v="1243"/>
        <pc:sldMkLst>
          <pc:docMk/>
          <pc:sldMk cId="2689213611" sldId="262"/>
        </pc:sldMkLst>
        <pc:spChg chg="mod">
          <ac:chgData name="Renan Xavier Cortes" userId="d6af805853004405" providerId="LiveId" clId="{6CBA8CAD-390F-4A11-B907-BBB4B6E0B449}" dt="2026-01-21T18:21:07.566" v="1043" actId="1076"/>
          <ac:spMkLst>
            <pc:docMk/>
            <pc:sldMk cId="2689213611" sldId="262"/>
            <ac:spMk id="8" creationId="{39AE06C5-34BE-4D68-97C3-4C07702C2DF6}"/>
          </ac:spMkLst>
        </pc:spChg>
        <pc:spChg chg="mod">
          <ac:chgData name="Renan Xavier Cortes" userId="d6af805853004405" providerId="LiveId" clId="{6CBA8CAD-390F-4A11-B907-BBB4B6E0B449}" dt="2026-01-21T12:56:51.360" v="239" actId="1076"/>
          <ac:spMkLst>
            <pc:docMk/>
            <pc:sldMk cId="2689213611" sldId="262"/>
            <ac:spMk id="14" creationId="{427DBFEB-81BF-4CC3-A411-FBF43D295C56}"/>
          </ac:spMkLst>
        </pc:spChg>
        <pc:picChg chg="add mod">
          <ac:chgData name="Renan Xavier Cortes" userId="d6af805853004405" providerId="LiveId" clId="{6CBA8CAD-390F-4A11-B907-BBB4B6E0B449}" dt="2026-01-21T13:12:19.893" v="470" actId="1076"/>
          <ac:picMkLst>
            <pc:docMk/>
            <pc:sldMk cId="2689213611" sldId="262"/>
            <ac:picMk id="5" creationId="{B75BA797-89E6-A590-E6E0-1930AE23BE87}"/>
          </ac:picMkLst>
        </pc:picChg>
        <pc:picChg chg="add mod">
          <ac:chgData name="Renan Xavier Cortes" userId="d6af805853004405" providerId="LiveId" clId="{6CBA8CAD-390F-4A11-B907-BBB4B6E0B449}" dt="2026-01-21T12:52:15.476" v="224" actId="1076"/>
          <ac:picMkLst>
            <pc:docMk/>
            <pc:sldMk cId="2689213611" sldId="262"/>
            <ac:picMk id="1026" creationId="{3AF06A5C-D23B-2668-9192-9EBD3941659A}"/>
          </ac:picMkLst>
        </pc:picChg>
        <pc:picChg chg="add del mod">
          <ac:chgData name="Renan Xavier Cortes" userId="d6af805853004405" providerId="LiveId" clId="{6CBA8CAD-390F-4A11-B907-BBB4B6E0B449}" dt="2026-01-21T13:11:02.235" v="456" actId="478"/>
          <ac:picMkLst>
            <pc:docMk/>
            <pc:sldMk cId="2689213611" sldId="262"/>
            <ac:picMk id="1028" creationId="{DA3B7BDF-718D-955C-F889-8AC8A1DCBC20}"/>
          </ac:picMkLst>
        </pc:picChg>
        <pc:picChg chg="add del mod">
          <ac:chgData name="Renan Xavier Cortes" userId="d6af805853004405" providerId="LiveId" clId="{6CBA8CAD-390F-4A11-B907-BBB4B6E0B449}" dt="2026-01-21T13:11:38.475" v="462" actId="478"/>
          <ac:picMkLst>
            <pc:docMk/>
            <pc:sldMk cId="2689213611" sldId="262"/>
            <ac:picMk id="1030" creationId="{B3AD39F1-033B-7A4E-B6EE-FD3713D8D962}"/>
          </ac:picMkLst>
        </pc:picChg>
        <pc:picChg chg="add del mod">
          <ac:chgData name="Renan Xavier Cortes" userId="d6af805853004405" providerId="LiveId" clId="{6CBA8CAD-390F-4A11-B907-BBB4B6E0B449}" dt="2026-01-21T13:12:11.437" v="465" actId="478"/>
          <ac:picMkLst>
            <pc:docMk/>
            <pc:sldMk cId="2689213611" sldId="262"/>
            <ac:picMk id="1032" creationId="{FF87EAF8-5213-0FCC-8C98-B9AD5FF62219}"/>
          </ac:picMkLst>
        </pc:picChg>
      </pc:sldChg>
      <pc:sldChg chg="addSp delSp modSp add mod addAnim delAnim">
        <pc:chgData name="Renan Xavier Cortes" userId="d6af805853004405" providerId="LiveId" clId="{6CBA8CAD-390F-4A11-B907-BBB4B6E0B449}" dt="2026-01-21T18:21:07.371" v="1042" actId="1076"/>
        <pc:sldMkLst>
          <pc:docMk/>
          <pc:sldMk cId="1495373715" sldId="263"/>
        </pc:sldMkLst>
        <pc:spChg chg="add mod">
          <ac:chgData name="Renan Xavier Cortes" userId="d6af805853004405" providerId="LiveId" clId="{6CBA8CAD-390F-4A11-B907-BBB4B6E0B449}" dt="2026-01-21T13:01:54.451" v="356" actId="1076"/>
          <ac:spMkLst>
            <pc:docMk/>
            <pc:sldMk cId="1495373715" sldId="263"/>
            <ac:spMk id="6" creationId="{E4A74DC5-A696-506E-884C-C89CEEA7D8F7}"/>
          </ac:spMkLst>
        </pc:spChg>
        <pc:spChg chg="mod">
          <ac:chgData name="Renan Xavier Cortes" userId="d6af805853004405" providerId="LiveId" clId="{6CBA8CAD-390F-4A11-B907-BBB4B6E0B449}" dt="2026-01-21T18:21:07.371" v="1042" actId="1076"/>
          <ac:spMkLst>
            <pc:docMk/>
            <pc:sldMk cId="1495373715" sldId="263"/>
            <ac:spMk id="8" creationId="{39AE06C5-34BE-4D68-97C3-4C07702C2DF6}"/>
          </ac:spMkLst>
        </pc:spChg>
        <pc:spChg chg="add del mod">
          <ac:chgData name="Renan Xavier Cortes" userId="d6af805853004405" providerId="LiveId" clId="{6CBA8CAD-390F-4A11-B907-BBB4B6E0B449}" dt="2026-01-21T13:00:39.412" v="323" actId="478"/>
          <ac:spMkLst>
            <pc:docMk/>
            <pc:sldMk cId="1495373715" sldId="263"/>
            <ac:spMk id="14" creationId="{427DBFEB-81BF-4CC3-A411-FBF43D295C56}"/>
          </ac:spMkLst>
        </pc:spChg>
        <pc:picChg chg="add mod">
          <ac:chgData name="Renan Xavier Cortes" userId="d6af805853004405" providerId="LiveId" clId="{6CBA8CAD-390F-4A11-B907-BBB4B6E0B449}" dt="2026-01-21T13:01:23.017" v="328" actId="1076"/>
          <ac:picMkLst>
            <pc:docMk/>
            <pc:sldMk cId="1495373715" sldId="263"/>
            <ac:picMk id="5" creationId="{99503125-E213-E8F6-DAF3-BEC6F775BCC7}"/>
          </ac:picMkLst>
        </pc:picChg>
        <pc:picChg chg="del">
          <ac:chgData name="Renan Xavier Cortes" userId="d6af805853004405" providerId="LiveId" clId="{6CBA8CAD-390F-4A11-B907-BBB4B6E0B449}" dt="2026-01-21T12:57:41.054" v="267" actId="478"/>
          <ac:picMkLst>
            <pc:docMk/>
            <pc:sldMk cId="1495373715" sldId="263"/>
            <ac:picMk id="1026" creationId="{3AF06A5C-D23B-2668-9192-9EBD3941659A}"/>
          </ac:picMkLst>
        </pc:picChg>
      </pc:sldChg>
      <pc:sldChg chg="addSp delSp modSp add mod delAnim modAnim">
        <pc:chgData name="Renan Xavier Cortes" userId="d6af805853004405" providerId="LiveId" clId="{6CBA8CAD-390F-4A11-B907-BBB4B6E0B449}" dt="2026-01-21T18:27:56.296" v="1244"/>
        <pc:sldMkLst>
          <pc:docMk/>
          <pc:sldMk cId="612877480" sldId="264"/>
        </pc:sldMkLst>
        <pc:spChg chg="add mod">
          <ac:chgData name="Renan Xavier Cortes" userId="d6af805853004405" providerId="LiveId" clId="{6CBA8CAD-390F-4A11-B907-BBB4B6E0B449}" dt="2026-01-21T13:36:06.850" v="841" actId="1076"/>
          <ac:spMkLst>
            <pc:docMk/>
            <pc:sldMk cId="612877480" sldId="264"/>
            <ac:spMk id="4" creationId="{A3F14000-383F-850F-E6AA-F5007930D551}"/>
          </ac:spMkLst>
        </pc:spChg>
        <pc:spChg chg="mod">
          <ac:chgData name="Renan Xavier Cortes" userId="d6af805853004405" providerId="LiveId" clId="{6CBA8CAD-390F-4A11-B907-BBB4B6E0B449}" dt="2026-01-21T18:21:07.154" v="1041" actId="1076"/>
          <ac:spMkLst>
            <pc:docMk/>
            <pc:sldMk cId="612877480" sldId="264"/>
            <ac:spMk id="8" creationId="{39AE06C5-34BE-4D68-97C3-4C07702C2DF6}"/>
          </ac:spMkLst>
        </pc:spChg>
        <pc:spChg chg="del mod">
          <ac:chgData name="Renan Xavier Cortes" userId="d6af805853004405" providerId="LiveId" clId="{6CBA8CAD-390F-4A11-B907-BBB4B6E0B449}" dt="2026-01-21T13:14:12.001" v="508" actId="478"/>
          <ac:spMkLst>
            <pc:docMk/>
            <pc:sldMk cId="612877480" sldId="264"/>
            <ac:spMk id="14" creationId="{427DBFEB-81BF-4CC3-A411-FBF43D295C56}"/>
          </ac:spMkLst>
        </pc:spChg>
        <pc:picChg chg="del">
          <ac:chgData name="Renan Xavier Cortes" userId="d6af805853004405" providerId="LiveId" clId="{6CBA8CAD-390F-4A11-B907-BBB4B6E0B449}" dt="2026-01-21T13:00:47.167" v="326" actId="478"/>
          <ac:picMkLst>
            <pc:docMk/>
            <pc:sldMk cId="612877480" sldId="264"/>
            <ac:picMk id="5" creationId="{99503125-E213-E8F6-DAF3-BEC6F775BCC7}"/>
          </ac:picMkLst>
        </pc:picChg>
        <pc:picChg chg="add del mod">
          <ac:chgData name="Renan Xavier Cortes" userId="d6af805853004405" providerId="LiveId" clId="{6CBA8CAD-390F-4A11-B907-BBB4B6E0B449}" dt="2026-01-21T13:09:02.318" v="445" actId="478"/>
          <ac:picMkLst>
            <pc:docMk/>
            <pc:sldMk cId="612877480" sldId="264"/>
            <ac:picMk id="2050" creationId="{4E6A8334-909C-5345-FD38-6DE6C71617FE}"/>
          </ac:picMkLst>
        </pc:picChg>
        <pc:picChg chg="add del mod">
          <ac:chgData name="Renan Xavier Cortes" userId="d6af805853004405" providerId="LiveId" clId="{6CBA8CAD-390F-4A11-B907-BBB4B6E0B449}" dt="2026-01-21T13:09:02.823" v="446" actId="478"/>
          <ac:picMkLst>
            <pc:docMk/>
            <pc:sldMk cId="612877480" sldId="264"/>
            <ac:picMk id="2052" creationId="{A4619851-0E89-7971-65B8-8C06288BD402}"/>
          </ac:picMkLst>
        </pc:picChg>
        <pc:picChg chg="add mod">
          <ac:chgData name="Renan Xavier Cortes" userId="d6af805853004405" providerId="LiveId" clId="{6CBA8CAD-390F-4A11-B907-BBB4B6E0B449}" dt="2026-01-21T13:18:06.064" v="616" actId="1076"/>
          <ac:picMkLst>
            <pc:docMk/>
            <pc:sldMk cId="612877480" sldId="264"/>
            <ac:picMk id="2054" creationId="{9BBBB796-11B1-9E9B-9024-C023ED27709B}"/>
          </ac:picMkLst>
        </pc:picChg>
        <pc:picChg chg="add mod">
          <ac:chgData name="Renan Xavier Cortes" userId="d6af805853004405" providerId="LiveId" clId="{6CBA8CAD-390F-4A11-B907-BBB4B6E0B449}" dt="2026-01-21T13:35:54.165" v="840" actId="1076"/>
          <ac:picMkLst>
            <pc:docMk/>
            <pc:sldMk cId="612877480" sldId="264"/>
            <ac:picMk id="2056" creationId="{750C220B-DEEE-CE57-43CB-5AB737C5E7AC}"/>
          </ac:picMkLst>
        </pc:picChg>
        <pc:picChg chg="add del mod">
          <ac:chgData name="Renan Xavier Cortes" userId="d6af805853004405" providerId="LiveId" clId="{6CBA8CAD-390F-4A11-B907-BBB4B6E0B449}" dt="2026-01-21T13:34:49.369" v="767" actId="478"/>
          <ac:picMkLst>
            <pc:docMk/>
            <pc:sldMk cId="612877480" sldId="264"/>
            <ac:picMk id="2058" creationId="{04060264-FEF9-2D28-9DF9-52482BDA4C9B}"/>
          </ac:picMkLst>
        </pc:picChg>
      </pc:sldChg>
      <pc:sldChg chg="modSp add modAnim">
        <pc:chgData name="Renan Xavier Cortes" userId="d6af805853004405" providerId="LiveId" clId="{6CBA8CAD-390F-4A11-B907-BBB4B6E0B449}" dt="2026-01-21T18:28:01.649" v="1246"/>
        <pc:sldMkLst>
          <pc:docMk/>
          <pc:sldMk cId="607923279" sldId="265"/>
        </pc:sldMkLst>
        <pc:spChg chg="mod">
          <ac:chgData name="Renan Xavier Cortes" userId="d6af805853004405" providerId="LiveId" clId="{6CBA8CAD-390F-4A11-B907-BBB4B6E0B449}" dt="2026-01-21T13:20:28.364" v="734" actId="5793"/>
          <ac:spMkLst>
            <pc:docMk/>
            <pc:sldMk cId="607923279" sldId="265"/>
            <ac:spMk id="14" creationId="{427DBFEB-81BF-4CC3-A411-FBF43D295C56}"/>
          </ac:spMkLst>
        </pc:spChg>
        <pc:picChg chg="mod">
          <ac:chgData name="Renan Xavier Cortes" userId="d6af805853004405" providerId="LiveId" clId="{6CBA8CAD-390F-4A11-B907-BBB4B6E0B449}" dt="2026-01-21T13:20:33.305" v="736" actId="1076"/>
          <ac:picMkLst>
            <pc:docMk/>
            <pc:sldMk cId="607923279" sldId="265"/>
            <ac:picMk id="2050" creationId="{4E6A8334-909C-5345-FD38-6DE6C71617FE}"/>
          </ac:picMkLst>
        </pc:picChg>
        <pc:picChg chg="mod">
          <ac:chgData name="Renan Xavier Cortes" userId="d6af805853004405" providerId="LiveId" clId="{6CBA8CAD-390F-4A11-B907-BBB4B6E0B449}" dt="2026-01-21T13:20:35.259" v="737" actId="14100"/>
          <ac:picMkLst>
            <pc:docMk/>
            <pc:sldMk cId="607923279" sldId="265"/>
            <ac:picMk id="2052" creationId="{A4619851-0E89-7971-65B8-8C06288BD402}"/>
          </ac:picMkLst>
        </pc:picChg>
      </pc:sldChg>
      <pc:sldChg chg="delSp add del">
        <pc:chgData name="Renan Xavier Cortes" userId="d6af805853004405" providerId="LiveId" clId="{6CBA8CAD-390F-4A11-B907-BBB4B6E0B449}" dt="2026-01-21T13:31:31.518" v="744" actId="47"/>
        <pc:sldMkLst>
          <pc:docMk/>
          <pc:sldMk cId="2167676923" sldId="266"/>
        </pc:sldMkLst>
        <pc:picChg chg="del">
          <ac:chgData name="Renan Xavier Cortes" userId="d6af805853004405" providerId="LiveId" clId="{6CBA8CAD-390F-4A11-B907-BBB4B6E0B449}" dt="2026-01-21T13:30:49.800" v="741" actId="478"/>
          <ac:picMkLst>
            <pc:docMk/>
            <pc:sldMk cId="2167676923" sldId="266"/>
            <ac:picMk id="2054" creationId="{9BBBB796-11B1-9E9B-9024-C023ED27709B}"/>
          </ac:picMkLst>
        </pc:picChg>
        <pc:picChg chg="del">
          <ac:chgData name="Renan Xavier Cortes" userId="d6af805853004405" providerId="LiveId" clId="{6CBA8CAD-390F-4A11-B907-BBB4B6E0B449}" dt="2026-01-21T13:30:50.789" v="743" actId="478"/>
          <ac:picMkLst>
            <pc:docMk/>
            <pc:sldMk cId="2167676923" sldId="266"/>
            <ac:picMk id="2056" creationId="{750C220B-DEEE-CE57-43CB-5AB737C5E7AC}"/>
          </ac:picMkLst>
        </pc:picChg>
        <pc:picChg chg="del">
          <ac:chgData name="Renan Xavier Cortes" userId="d6af805853004405" providerId="LiveId" clId="{6CBA8CAD-390F-4A11-B907-BBB4B6E0B449}" dt="2026-01-21T13:30:50.246" v="742" actId="478"/>
          <ac:picMkLst>
            <pc:docMk/>
            <pc:sldMk cId="2167676923" sldId="266"/>
            <ac:picMk id="2058" creationId="{04060264-FEF9-2D28-9DF9-52482BDA4C9B}"/>
          </ac:picMkLst>
        </pc:picChg>
      </pc:sldChg>
      <pc:sldChg chg="delSp modSp add mod modAnim">
        <pc:chgData name="Renan Xavier Cortes" userId="d6af805853004405" providerId="LiveId" clId="{6CBA8CAD-390F-4A11-B907-BBB4B6E0B449}" dt="2026-01-21T18:27:58.688" v="1245"/>
        <pc:sldMkLst>
          <pc:docMk/>
          <pc:sldMk cId="3391640227" sldId="266"/>
        </pc:sldMkLst>
        <pc:spChg chg="mod">
          <ac:chgData name="Renan Xavier Cortes" userId="d6af805853004405" providerId="LiveId" clId="{6CBA8CAD-390F-4A11-B907-BBB4B6E0B449}" dt="2026-01-21T13:42:03.435" v="944" actId="20577"/>
          <ac:spMkLst>
            <pc:docMk/>
            <pc:sldMk cId="3391640227" sldId="266"/>
            <ac:spMk id="4" creationId="{A3F14000-383F-850F-E6AA-F5007930D551}"/>
          </ac:spMkLst>
        </pc:spChg>
        <pc:spChg chg="mod">
          <ac:chgData name="Renan Xavier Cortes" userId="d6af805853004405" providerId="LiveId" clId="{6CBA8CAD-390F-4A11-B907-BBB4B6E0B449}" dt="2026-01-21T18:21:06.912" v="1040" actId="1076"/>
          <ac:spMkLst>
            <pc:docMk/>
            <pc:sldMk cId="3391640227" sldId="266"/>
            <ac:spMk id="8" creationId="{39AE06C5-34BE-4D68-97C3-4C07702C2DF6}"/>
          </ac:spMkLst>
        </pc:spChg>
        <pc:picChg chg="del">
          <ac:chgData name="Renan Xavier Cortes" userId="d6af805853004405" providerId="LiveId" clId="{6CBA8CAD-390F-4A11-B907-BBB4B6E0B449}" dt="2026-01-21T13:32:08.926" v="746" actId="478"/>
          <ac:picMkLst>
            <pc:docMk/>
            <pc:sldMk cId="3391640227" sldId="266"/>
            <ac:picMk id="2054" creationId="{9BBBB796-11B1-9E9B-9024-C023ED27709B}"/>
          </ac:picMkLst>
        </pc:picChg>
        <pc:picChg chg="del">
          <ac:chgData name="Renan Xavier Cortes" userId="d6af805853004405" providerId="LiveId" clId="{6CBA8CAD-390F-4A11-B907-BBB4B6E0B449}" dt="2026-01-21T13:32:10.004" v="748" actId="478"/>
          <ac:picMkLst>
            <pc:docMk/>
            <pc:sldMk cId="3391640227" sldId="266"/>
            <ac:picMk id="2056" creationId="{750C220B-DEEE-CE57-43CB-5AB737C5E7AC}"/>
          </ac:picMkLst>
        </pc:picChg>
        <pc:picChg chg="del">
          <ac:chgData name="Renan Xavier Cortes" userId="d6af805853004405" providerId="LiveId" clId="{6CBA8CAD-390F-4A11-B907-BBB4B6E0B449}" dt="2026-01-21T13:32:09.372" v="747" actId="478"/>
          <ac:picMkLst>
            <pc:docMk/>
            <pc:sldMk cId="3391640227" sldId="266"/>
            <ac:picMk id="2058" creationId="{04060264-FEF9-2D28-9DF9-52482BDA4C9B}"/>
          </ac:picMkLst>
        </pc:picChg>
      </pc:sldChg>
      <pc:sldChg chg="addSp delSp modSp add mod delAnim modAnim">
        <pc:chgData name="Renan Xavier Cortes" userId="d6af805853004405" providerId="LiveId" clId="{6CBA8CAD-390F-4A11-B907-BBB4B6E0B449}" dt="2026-01-21T18:28:05.192" v="1247"/>
        <pc:sldMkLst>
          <pc:docMk/>
          <pc:sldMk cId="1343228278" sldId="267"/>
        </pc:sldMkLst>
        <pc:spChg chg="add mod">
          <ac:chgData name="Renan Xavier Cortes" userId="d6af805853004405" providerId="LiveId" clId="{6CBA8CAD-390F-4A11-B907-BBB4B6E0B449}" dt="2026-01-21T13:42:09.587" v="946" actId="20577"/>
          <ac:spMkLst>
            <pc:docMk/>
            <pc:sldMk cId="1343228278" sldId="267"/>
            <ac:spMk id="4" creationId="{4B84190D-BF19-CEFE-E86D-F0B0EBBA7C0B}"/>
          </ac:spMkLst>
        </pc:spChg>
        <pc:spChg chg="add">
          <ac:chgData name="Renan Xavier Cortes" userId="d6af805853004405" providerId="LiveId" clId="{6CBA8CAD-390F-4A11-B907-BBB4B6E0B449}" dt="2026-01-21T13:40:12.521" v="911"/>
          <ac:spMkLst>
            <pc:docMk/>
            <pc:sldMk cId="1343228278" sldId="267"/>
            <ac:spMk id="5" creationId="{761FBCEB-4A99-0E96-EB2F-126B5E2ADEDE}"/>
          </ac:spMkLst>
        </pc:spChg>
        <pc:spChg chg="add">
          <ac:chgData name="Renan Xavier Cortes" userId="d6af805853004405" providerId="LiveId" clId="{6CBA8CAD-390F-4A11-B907-BBB4B6E0B449}" dt="2026-01-21T13:40:28.193" v="916"/>
          <ac:spMkLst>
            <pc:docMk/>
            <pc:sldMk cId="1343228278" sldId="267"/>
            <ac:spMk id="6" creationId="{23BAF368-5B04-A6D4-F4BA-78FE4BDB80E1}"/>
          </ac:spMkLst>
        </pc:spChg>
        <pc:spChg chg="del mod">
          <ac:chgData name="Renan Xavier Cortes" userId="d6af805853004405" providerId="LiveId" clId="{6CBA8CAD-390F-4A11-B907-BBB4B6E0B449}" dt="2026-01-21T13:38:48.266" v="879" actId="478"/>
          <ac:spMkLst>
            <pc:docMk/>
            <pc:sldMk cId="1343228278" sldId="267"/>
            <ac:spMk id="14" creationId="{427DBFEB-81BF-4CC3-A411-FBF43D295C56}"/>
          </ac:spMkLst>
        </pc:spChg>
        <pc:picChg chg="del">
          <ac:chgData name="Renan Xavier Cortes" userId="d6af805853004405" providerId="LiveId" clId="{6CBA8CAD-390F-4A11-B907-BBB4B6E0B449}" dt="2026-01-21T13:37:26.842" v="850" actId="478"/>
          <ac:picMkLst>
            <pc:docMk/>
            <pc:sldMk cId="1343228278" sldId="267"/>
            <ac:picMk id="2050" creationId="{4E6A8334-909C-5345-FD38-6DE6C71617FE}"/>
          </ac:picMkLst>
        </pc:picChg>
        <pc:picChg chg="del">
          <ac:chgData name="Renan Xavier Cortes" userId="d6af805853004405" providerId="LiveId" clId="{6CBA8CAD-390F-4A11-B907-BBB4B6E0B449}" dt="2026-01-21T13:37:27.155" v="851" actId="478"/>
          <ac:picMkLst>
            <pc:docMk/>
            <pc:sldMk cId="1343228278" sldId="267"/>
            <ac:picMk id="2052" creationId="{A4619851-0E89-7971-65B8-8C06288BD402}"/>
          </ac:picMkLst>
        </pc:picChg>
        <pc:picChg chg="add">
          <ac:chgData name="Renan Xavier Cortes" userId="d6af805853004405" providerId="LiveId" clId="{6CBA8CAD-390F-4A11-B907-BBB4B6E0B449}" dt="2026-01-21T13:40:12.521" v="911"/>
          <ac:picMkLst>
            <pc:docMk/>
            <pc:sldMk cId="1343228278" sldId="267"/>
            <ac:picMk id="5122" creationId="{0EFA11CA-E7DF-AF44-7C52-1A7BCD0EF98A}"/>
          </ac:picMkLst>
        </pc:picChg>
        <pc:picChg chg="add">
          <ac:chgData name="Renan Xavier Cortes" userId="d6af805853004405" providerId="LiveId" clId="{6CBA8CAD-390F-4A11-B907-BBB4B6E0B449}" dt="2026-01-21T13:40:12.521" v="911"/>
          <ac:picMkLst>
            <pc:docMk/>
            <pc:sldMk cId="1343228278" sldId="267"/>
            <ac:picMk id="5123" creationId="{17A06DBE-F56F-D7CF-5D37-101F12487686}"/>
          </ac:picMkLst>
        </pc:picChg>
        <pc:picChg chg="add">
          <ac:chgData name="Renan Xavier Cortes" userId="d6af805853004405" providerId="LiveId" clId="{6CBA8CAD-390F-4A11-B907-BBB4B6E0B449}" dt="2026-01-21T13:40:12.521" v="911"/>
          <ac:picMkLst>
            <pc:docMk/>
            <pc:sldMk cId="1343228278" sldId="267"/>
            <ac:picMk id="5124" creationId="{D0F78DC5-EBA6-F8C1-B608-9845395822CB}"/>
          </ac:picMkLst>
        </pc:picChg>
        <pc:picChg chg="add">
          <ac:chgData name="Renan Xavier Cortes" userId="d6af805853004405" providerId="LiveId" clId="{6CBA8CAD-390F-4A11-B907-BBB4B6E0B449}" dt="2026-01-21T13:40:12.521" v="911"/>
          <ac:picMkLst>
            <pc:docMk/>
            <pc:sldMk cId="1343228278" sldId="267"/>
            <ac:picMk id="5125" creationId="{54E39B7E-F8EF-4086-9DF4-84532F950252}"/>
          </ac:picMkLst>
        </pc:picChg>
        <pc:picChg chg="add">
          <ac:chgData name="Renan Xavier Cortes" userId="d6af805853004405" providerId="LiveId" clId="{6CBA8CAD-390F-4A11-B907-BBB4B6E0B449}" dt="2026-01-21T13:40:12.521" v="911"/>
          <ac:picMkLst>
            <pc:docMk/>
            <pc:sldMk cId="1343228278" sldId="267"/>
            <ac:picMk id="5126" creationId="{5ADF0543-3E47-7B59-14CE-9E32F05955F4}"/>
          </ac:picMkLst>
        </pc:picChg>
        <pc:picChg chg="add">
          <ac:chgData name="Renan Xavier Cortes" userId="d6af805853004405" providerId="LiveId" clId="{6CBA8CAD-390F-4A11-B907-BBB4B6E0B449}" dt="2026-01-21T13:40:12.521" v="911"/>
          <ac:picMkLst>
            <pc:docMk/>
            <pc:sldMk cId="1343228278" sldId="267"/>
            <ac:picMk id="5127" creationId="{67FDB388-93D8-C347-BB8B-043340CBCCFC}"/>
          </ac:picMkLst>
        </pc:picChg>
        <pc:picChg chg="add">
          <ac:chgData name="Renan Xavier Cortes" userId="d6af805853004405" providerId="LiveId" clId="{6CBA8CAD-390F-4A11-B907-BBB4B6E0B449}" dt="2026-01-21T13:40:28.193" v="916"/>
          <ac:picMkLst>
            <pc:docMk/>
            <pc:sldMk cId="1343228278" sldId="267"/>
            <ac:picMk id="5129" creationId="{284947AA-7AA3-F62A-866F-6A1A3BEEABEF}"/>
          </ac:picMkLst>
        </pc:picChg>
        <pc:picChg chg="add">
          <ac:chgData name="Renan Xavier Cortes" userId="d6af805853004405" providerId="LiveId" clId="{6CBA8CAD-390F-4A11-B907-BBB4B6E0B449}" dt="2026-01-21T13:40:28.193" v="916"/>
          <ac:picMkLst>
            <pc:docMk/>
            <pc:sldMk cId="1343228278" sldId="267"/>
            <ac:picMk id="5130" creationId="{C98BC9A4-C207-F1E1-7341-3A1B70215058}"/>
          </ac:picMkLst>
        </pc:picChg>
        <pc:picChg chg="add">
          <ac:chgData name="Renan Xavier Cortes" userId="d6af805853004405" providerId="LiveId" clId="{6CBA8CAD-390F-4A11-B907-BBB4B6E0B449}" dt="2026-01-21T13:40:28.193" v="916"/>
          <ac:picMkLst>
            <pc:docMk/>
            <pc:sldMk cId="1343228278" sldId="267"/>
            <ac:picMk id="5131" creationId="{375CC78C-4981-2DA9-88E6-EFB2FD84677E}"/>
          </ac:picMkLst>
        </pc:picChg>
        <pc:picChg chg="add">
          <ac:chgData name="Renan Xavier Cortes" userId="d6af805853004405" providerId="LiveId" clId="{6CBA8CAD-390F-4A11-B907-BBB4B6E0B449}" dt="2026-01-21T13:40:28.193" v="916"/>
          <ac:picMkLst>
            <pc:docMk/>
            <pc:sldMk cId="1343228278" sldId="267"/>
            <ac:picMk id="5132" creationId="{5F0B81A0-9240-D916-E71A-E6D3F50B265A}"/>
          </ac:picMkLst>
        </pc:picChg>
        <pc:picChg chg="add">
          <ac:chgData name="Renan Xavier Cortes" userId="d6af805853004405" providerId="LiveId" clId="{6CBA8CAD-390F-4A11-B907-BBB4B6E0B449}" dt="2026-01-21T13:40:28.193" v="916"/>
          <ac:picMkLst>
            <pc:docMk/>
            <pc:sldMk cId="1343228278" sldId="267"/>
            <ac:picMk id="5133" creationId="{21770704-1681-BDE9-B7A7-EE6D8264F71A}"/>
          </ac:picMkLst>
        </pc:picChg>
        <pc:picChg chg="add">
          <ac:chgData name="Renan Xavier Cortes" userId="d6af805853004405" providerId="LiveId" clId="{6CBA8CAD-390F-4A11-B907-BBB4B6E0B449}" dt="2026-01-21T13:40:28.193" v="916"/>
          <ac:picMkLst>
            <pc:docMk/>
            <pc:sldMk cId="1343228278" sldId="267"/>
            <ac:picMk id="5134" creationId="{DD427550-CCC4-E20C-CF8C-A439F0C0E9D2}"/>
          </ac:picMkLst>
        </pc:picChg>
      </pc:sldChg>
      <pc:sldChg chg="addSp delSp modSp add mod addAnim delAnim modAnim">
        <pc:chgData name="Renan Xavier Cortes" userId="d6af805853004405" providerId="LiveId" clId="{6CBA8CAD-390F-4A11-B907-BBB4B6E0B449}" dt="2026-01-21T20:59:32.449" v="2258" actId="1076"/>
        <pc:sldMkLst>
          <pc:docMk/>
          <pc:sldMk cId="4060517312" sldId="268"/>
        </pc:sldMkLst>
        <pc:spChg chg="add del mod">
          <ac:chgData name="Renan Xavier Cortes" userId="d6af805853004405" providerId="LiveId" clId="{6CBA8CAD-390F-4A11-B907-BBB4B6E0B449}" dt="2026-01-21T20:59:28.978" v="2257" actId="1076"/>
          <ac:spMkLst>
            <pc:docMk/>
            <pc:sldMk cId="4060517312" sldId="268"/>
            <ac:spMk id="4" creationId="{4B84190D-BF19-CEFE-E86D-F0B0EBBA7C0B}"/>
          </ac:spMkLst>
        </pc:spChg>
        <pc:spChg chg="mod">
          <ac:chgData name="Renan Xavier Cortes" userId="d6af805853004405" providerId="LiveId" clId="{6CBA8CAD-390F-4A11-B907-BBB4B6E0B449}" dt="2026-01-21T20:59:32.449" v="2258" actId="1076"/>
          <ac:spMkLst>
            <pc:docMk/>
            <pc:sldMk cId="4060517312" sldId="268"/>
            <ac:spMk id="8" creationId="{39AE06C5-34BE-4D68-97C3-4C07702C2DF6}"/>
          </ac:spMkLst>
        </pc:spChg>
      </pc:sldChg>
      <pc:sldChg chg="addSp delSp modSp add mod modAnim">
        <pc:chgData name="Renan Xavier Cortes" userId="d6af805853004405" providerId="LiveId" clId="{6CBA8CAD-390F-4A11-B907-BBB4B6E0B449}" dt="2026-01-21T19:57:31.132" v="2031" actId="1076"/>
        <pc:sldMkLst>
          <pc:docMk/>
          <pc:sldMk cId="2280539132" sldId="269"/>
        </pc:sldMkLst>
        <pc:spChg chg="mod">
          <ac:chgData name="Renan Xavier Cortes" userId="d6af805853004405" providerId="LiveId" clId="{6CBA8CAD-390F-4A11-B907-BBB4B6E0B449}" dt="2026-01-21T19:29:34.350" v="1988" actId="20577"/>
          <ac:spMkLst>
            <pc:docMk/>
            <pc:sldMk cId="2280539132" sldId="269"/>
            <ac:spMk id="4" creationId="{4B84190D-BF19-CEFE-E86D-F0B0EBBA7C0B}"/>
          </ac:spMkLst>
        </pc:spChg>
        <pc:spChg chg="mod">
          <ac:chgData name="Renan Xavier Cortes" userId="d6af805853004405" providerId="LiveId" clId="{6CBA8CAD-390F-4A11-B907-BBB4B6E0B449}" dt="2026-01-21T19:28:38.900" v="1982" actId="20577"/>
          <ac:spMkLst>
            <pc:docMk/>
            <pc:sldMk cId="2280539132" sldId="269"/>
            <ac:spMk id="8" creationId="{39AE06C5-34BE-4D68-97C3-4C07702C2DF6}"/>
          </ac:spMkLst>
        </pc:spChg>
        <pc:picChg chg="add del mod">
          <ac:chgData name="Renan Xavier Cortes" userId="d6af805853004405" providerId="LiveId" clId="{6CBA8CAD-390F-4A11-B907-BBB4B6E0B449}" dt="2026-01-21T19:36:40.507" v="1993" actId="478"/>
          <ac:picMkLst>
            <pc:docMk/>
            <pc:sldMk cId="2280539132" sldId="269"/>
            <ac:picMk id="6" creationId="{1FF55C8A-24A1-2834-88D3-7F49B46E12DA}"/>
          </ac:picMkLst>
        </pc:picChg>
        <pc:picChg chg="add del mod">
          <ac:chgData name="Renan Xavier Cortes" userId="d6af805853004405" providerId="LiveId" clId="{6CBA8CAD-390F-4A11-B907-BBB4B6E0B449}" dt="2026-01-21T19:57:20.787" v="2028" actId="478"/>
          <ac:picMkLst>
            <pc:docMk/>
            <pc:sldMk cId="2280539132" sldId="269"/>
            <ac:picMk id="10" creationId="{DB7C7009-8D56-695C-4B6E-E9C1203D95EF}"/>
          </ac:picMkLst>
        </pc:picChg>
        <pc:picChg chg="add mod">
          <ac:chgData name="Renan Xavier Cortes" userId="d6af805853004405" providerId="LiveId" clId="{6CBA8CAD-390F-4A11-B907-BBB4B6E0B449}" dt="2026-01-21T19:57:31.132" v="2031" actId="1076"/>
          <ac:picMkLst>
            <pc:docMk/>
            <pc:sldMk cId="2280539132" sldId="269"/>
            <ac:picMk id="12" creationId="{387B2521-0873-2B44-23CB-06F158F17A95}"/>
          </ac:picMkLst>
        </pc:picChg>
        <pc:picChg chg="add del">
          <ac:chgData name="Renan Xavier Cortes" userId="d6af805853004405" providerId="LiveId" clId="{6CBA8CAD-390F-4A11-B907-BBB4B6E0B449}" dt="2026-01-21T19:34:39.537" v="1990" actId="478"/>
          <ac:picMkLst>
            <pc:docMk/>
            <pc:sldMk cId="2280539132" sldId="269"/>
            <ac:picMk id="14338" creationId="{6E12BE7A-2157-D78B-66BE-B4AFC6F10B8A}"/>
          </ac:picMkLst>
        </pc:picChg>
      </pc:sldChg>
      <pc:sldChg chg="addSp delSp modSp add mod modAnim">
        <pc:chgData name="Renan Xavier Cortes" userId="d6af805853004405" providerId="LiveId" clId="{6CBA8CAD-390F-4A11-B907-BBB4B6E0B449}" dt="2026-01-21T21:00:27.912" v="2261"/>
        <pc:sldMkLst>
          <pc:docMk/>
          <pc:sldMk cId="1218368481" sldId="270"/>
        </pc:sldMkLst>
        <pc:spChg chg="mod">
          <ac:chgData name="Renan Xavier Cortes" userId="d6af805853004405" providerId="LiveId" clId="{6CBA8CAD-390F-4A11-B907-BBB4B6E0B449}" dt="2026-01-21T19:44:08.525" v="2021" actId="20577"/>
          <ac:spMkLst>
            <pc:docMk/>
            <pc:sldMk cId="1218368481" sldId="270"/>
            <ac:spMk id="4" creationId="{4B84190D-BF19-CEFE-E86D-F0B0EBBA7C0B}"/>
          </ac:spMkLst>
        </pc:spChg>
        <pc:spChg chg="add mod">
          <ac:chgData name="Renan Xavier Cortes" userId="d6af805853004405" providerId="LiveId" clId="{6CBA8CAD-390F-4A11-B907-BBB4B6E0B449}" dt="2026-01-21T19:44:20.030" v="2023"/>
          <ac:spMkLst>
            <pc:docMk/>
            <pc:sldMk cId="1218368481" sldId="270"/>
            <ac:spMk id="5" creationId="{F2A97601-E2DD-3BBC-74F4-2EA087A13F98}"/>
          </ac:spMkLst>
        </pc:spChg>
        <pc:spChg chg="add del">
          <ac:chgData name="Renan Xavier Cortes" userId="d6af805853004405" providerId="LiveId" clId="{6CBA8CAD-390F-4A11-B907-BBB4B6E0B449}" dt="2026-01-21T19:44:44.857" v="2025" actId="478"/>
          <ac:spMkLst>
            <pc:docMk/>
            <pc:sldMk cId="1218368481" sldId="270"/>
            <ac:spMk id="6" creationId="{5DA31ED7-3101-E188-86DD-5907439477B8}"/>
          </ac:spMkLst>
        </pc:spChg>
        <pc:spChg chg="del">
          <ac:chgData name="Renan Xavier Cortes" userId="d6af805853004405" providerId="LiveId" clId="{6CBA8CAD-390F-4A11-B907-BBB4B6E0B449}" dt="2026-01-21T19:44:19.710" v="2022" actId="478"/>
          <ac:spMkLst>
            <pc:docMk/>
            <pc:sldMk cId="1218368481" sldId="270"/>
            <ac:spMk id="8" creationId="{39AE06C5-34BE-4D68-97C3-4C07702C2DF6}"/>
          </ac:spMkLst>
        </pc:spChg>
        <pc:spChg chg="add mod">
          <ac:chgData name="Renan Xavier Cortes" userId="d6af805853004405" providerId="LiveId" clId="{6CBA8CAD-390F-4A11-B907-BBB4B6E0B449}" dt="2026-01-21T19:44:51.612" v="2027" actId="14100"/>
          <ac:spMkLst>
            <pc:docMk/>
            <pc:sldMk cId="1218368481" sldId="270"/>
            <ac:spMk id="9" creationId="{8D99C18C-4384-15B5-AE25-CA173BF5FF2A}"/>
          </ac:spMkLst>
        </pc:spChg>
        <pc:picChg chg="add mod">
          <ac:chgData name="Renan Xavier Cortes" userId="d6af805853004405" providerId="LiveId" clId="{6CBA8CAD-390F-4A11-B907-BBB4B6E0B449}" dt="2026-01-21T20:09:57.973" v="2038" actId="1076"/>
          <ac:picMkLst>
            <pc:docMk/>
            <pc:sldMk cId="1218368481" sldId="270"/>
            <ac:picMk id="11" creationId="{61149965-3367-6BC9-6804-26C7F2A938B0}"/>
          </ac:picMkLst>
        </pc:picChg>
      </pc:sldChg>
      <pc:sldChg chg="addSp modSp add mod modAnim">
        <pc:chgData name="Renan Xavier Cortes" userId="d6af805853004405" providerId="LiveId" clId="{6CBA8CAD-390F-4A11-B907-BBB4B6E0B449}" dt="2026-01-21T21:00:44.298" v="2266"/>
        <pc:sldMkLst>
          <pc:docMk/>
          <pc:sldMk cId="4045846075" sldId="271"/>
        </pc:sldMkLst>
        <pc:spChg chg="mod">
          <ac:chgData name="Renan Xavier Cortes" userId="d6af805853004405" providerId="LiveId" clId="{6CBA8CAD-390F-4A11-B907-BBB4B6E0B449}" dt="2026-01-21T20:37:36.926" v="2124" actId="20577"/>
          <ac:spMkLst>
            <pc:docMk/>
            <pc:sldMk cId="4045846075" sldId="271"/>
            <ac:spMk id="4" creationId="{4B84190D-BF19-CEFE-E86D-F0B0EBBA7C0B}"/>
          </ac:spMkLst>
        </pc:spChg>
        <pc:spChg chg="mod">
          <ac:chgData name="Renan Xavier Cortes" userId="d6af805853004405" providerId="LiveId" clId="{6CBA8CAD-390F-4A11-B907-BBB4B6E0B449}" dt="2026-01-21T20:48:01.809" v="2132" actId="404"/>
          <ac:spMkLst>
            <pc:docMk/>
            <pc:sldMk cId="4045846075" sldId="271"/>
            <ac:spMk id="8" creationId="{39AE06C5-34BE-4D68-97C3-4C07702C2DF6}"/>
          </ac:spMkLst>
        </pc:spChg>
        <pc:picChg chg="add mod">
          <ac:chgData name="Renan Xavier Cortes" userId="d6af805853004405" providerId="LiveId" clId="{6CBA8CAD-390F-4A11-B907-BBB4B6E0B449}" dt="2026-01-21T20:47:25.028" v="2126" actId="1076"/>
          <ac:picMkLst>
            <pc:docMk/>
            <pc:sldMk cId="4045846075" sldId="271"/>
            <ac:picMk id="6" creationId="{CB9F02F1-AFED-6149-90A3-CE7F1933A876}"/>
          </ac:picMkLst>
        </pc:picChg>
      </pc:sldChg>
      <pc:sldChg chg="add del">
        <pc:chgData name="Renan Xavier Cortes" userId="d6af805853004405" providerId="LiveId" clId="{6CBA8CAD-390F-4A11-B907-BBB4B6E0B449}" dt="2026-01-21T20:50:53.056" v="2195" actId="47"/>
        <pc:sldMkLst>
          <pc:docMk/>
          <pc:sldMk cId="183140782" sldId="272"/>
        </pc:sldMkLst>
      </pc:sldChg>
      <pc:sldChg chg="add del">
        <pc:chgData name="Renan Xavier Cortes" userId="d6af805853004405" providerId="LiveId" clId="{6CBA8CAD-390F-4A11-B907-BBB4B6E0B449}" dt="2026-01-21T20:50:53.056" v="2195" actId="47"/>
        <pc:sldMkLst>
          <pc:docMk/>
          <pc:sldMk cId="4037360461" sldId="273"/>
        </pc:sldMkLst>
      </pc:sldChg>
      <pc:sldChg chg="addSp delSp modSp add mod modAnim">
        <pc:chgData name="Renan Xavier Cortes" userId="d6af805853004405" providerId="LiveId" clId="{6CBA8CAD-390F-4A11-B907-BBB4B6E0B449}" dt="2026-01-21T20:59:49.591" v="2259" actId="1076"/>
        <pc:sldMkLst>
          <pc:docMk/>
          <pc:sldMk cId="2090754589" sldId="274"/>
        </pc:sldMkLst>
        <pc:spChg chg="mod">
          <ac:chgData name="Renan Xavier Cortes" userId="d6af805853004405" providerId="LiveId" clId="{6CBA8CAD-390F-4A11-B907-BBB4B6E0B449}" dt="2026-01-21T18:25:04.051" v="1202" actId="20577"/>
          <ac:spMkLst>
            <pc:docMk/>
            <pc:sldMk cId="2090754589" sldId="274"/>
            <ac:spMk id="4" creationId="{4B84190D-BF19-CEFE-E86D-F0B0EBBA7C0B}"/>
          </ac:spMkLst>
        </pc:spChg>
        <pc:spChg chg="add mod">
          <ac:chgData name="Renan Xavier Cortes" userId="d6af805853004405" providerId="LiveId" clId="{6CBA8CAD-390F-4A11-B907-BBB4B6E0B449}" dt="2026-01-21T18:25:36.776" v="1227" actId="1076"/>
          <ac:spMkLst>
            <pc:docMk/>
            <pc:sldMk cId="2090754589" sldId="274"/>
            <ac:spMk id="5" creationId="{958B68E6-C144-5060-CA7D-7C17FE22680B}"/>
          </ac:spMkLst>
        </pc:spChg>
        <pc:spChg chg="mod">
          <ac:chgData name="Renan Xavier Cortes" userId="d6af805853004405" providerId="LiveId" clId="{6CBA8CAD-390F-4A11-B907-BBB4B6E0B449}" dt="2026-01-21T20:59:49.591" v="2259" actId="1076"/>
          <ac:spMkLst>
            <pc:docMk/>
            <pc:sldMk cId="2090754589" sldId="274"/>
            <ac:spMk id="8" creationId="{39AE06C5-34BE-4D68-97C3-4C07702C2DF6}"/>
          </ac:spMkLst>
        </pc:spChg>
        <pc:picChg chg="add mod">
          <ac:chgData name="Renan Xavier Cortes" userId="d6af805853004405" providerId="LiveId" clId="{6CBA8CAD-390F-4A11-B907-BBB4B6E0B449}" dt="2026-01-21T18:27:25.221" v="1239" actId="1076"/>
          <ac:picMkLst>
            <pc:docMk/>
            <pc:sldMk cId="2090754589" sldId="274"/>
            <ac:picMk id="9" creationId="{71F18501-07D0-A985-61D0-917B8E1DCA38}"/>
          </ac:picMkLst>
        </pc:picChg>
        <pc:picChg chg="add mod">
          <ac:chgData name="Renan Xavier Cortes" userId="d6af805853004405" providerId="LiveId" clId="{6CBA8CAD-390F-4A11-B907-BBB4B6E0B449}" dt="2026-01-21T18:27:18.724" v="1236" actId="1076"/>
          <ac:picMkLst>
            <pc:docMk/>
            <pc:sldMk cId="2090754589" sldId="274"/>
            <ac:picMk id="11" creationId="{2D7DA205-FD4F-B71E-2F8B-352FF373538B}"/>
          </ac:picMkLst>
        </pc:picChg>
        <pc:picChg chg="add del">
          <ac:chgData name="Renan Xavier Cortes" userId="d6af805853004405" providerId="LiveId" clId="{6CBA8CAD-390F-4A11-B907-BBB4B6E0B449}" dt="2026-01-21T18:35:43.594" v="1254" actId="478"/>
          <ac:picMkLst>
            <pc:docMk/>
            <pc:sldMk cId="2090754589" sldId="274"/>
            <ac:picMk id="13" creationId="{3998EFE2-B89E-DC76-D434-88376055E068}"/>
          </ac:picMkLst>
        </pc:picChg>
      </pc:sldChg>
      <pc:sldChg chg="delSp modSp add mod">
        <pc:chgData name="Renan Xavier Cortes" userId="d6af805853004405" providerId="LiveId" clId="{6CBA8CAD-390F-4A11-B907-BBB4B6E0B449}" dt="2026-01-21T20:59:53.464" v="2260" actId="1076"/>
        <pc:sldMkLst>
          <pc:docMk/>
          <pc:sldMk cId="3791482239" sldId="275"/>
        </pc:sldMkLst>
        <pc:spChg chg="mod">
          <ac:chgData name="Renan Xavier Cortes" userId="d6af805853004405" providerId="LiveId" clId="{6CBA8CAD-390F-4A11-B907-BBB4B6E0B449}" dt="2026-01-21T20:59:53.464" v="2260" actId="1076"/>
          <ac:spMkLst>
            <pc:docMk/>
            <pc:sldMk cId="3791482239" sldId="275"/>
            <ac:spMk id="8" creationId="{39AE06C5-34BE-4D68-97C3-4C07702C2DF6}"/>
          </ac:spMkLst>
        </pc:spChg>
        <pc:picChg chg="del">
          <ac:chgData name="Renan Xavier Cortes" userId="d6af805853004405" providerId="LiveId" clId="{6CBA8CAD-390F-4A11-B907-BBB4B6E0B449}" dt="2026-01-21T18:35:37.826" v="1252" actId="478"/>
          <ac:picMkLst>
            <pc:docMk/>
            <pc:sldMk cId="3791482239" sldId="275"/>
            <ac:picMk id="11" creationId="{2D7DA205-FD4F-B71E-2F8B-352FF373538B}"/>
          </ac:picMkLst>
        </pc:picChg>
        <pc:picChg chg="mod">
          <ac:chgData name="Renan Xavier Cortes" userId="d6af805853004405" providerId="LiveId" clId="{6CBA8CAD-390F-4A11-B907-BBB4B6E0B449}" dt="2026-01-21T18:35:40.892" v="1253" actId="1076"/>
          <ac:picMkLst>
            <pc:docMk/>
            <pc:sldMk cId="3791482239" sldId="275"/>
            <ac:picMk id="13" creationId="{3998EFE2-B89E-DC76-D434-88376055E068}"/>
          </ac:picMkLst>
        </pc:picChg>
      </pc:sldChg>
      <pc:sldChg chg="addSp modSp add mod modAnim">
        <pc:chgData name="Renan Xavier Cortes" userId="d6af805853004405" providerId="LiveId" clId="{6CBA8CAD-390F-4A11-B907-BBB4B6E0B449}" dt="2026-01-21T20:58:56.682" v="2252" actId="1076"/>
        <pc:sldMkLst>
          <pc:docMk/>
          <pc:sldMk cId="3446963972" sldId="276"/>
        </pc:sldMkLst>
        <pc:spChg chg="mod">
          <ac:chgData name="Renan Xavier Cortes" userId="d6af805853004405" providerId="LiveId" clId="{6CBA8CAD-390F-4A11-B907-BBB4B6E0B449}" dt="2026-01-21T20:58:53.820" v="2251" actId="1076"/>
          <ac:spMkLst>
            <pc:docMk/>
            <pc:sldMk cId="3446963972" sldId="276"/>
            <ac:spMk id="4" creationId="{4B84190D-BF19-CEFE-E86D-F0B0EBBA7C0B}"/>
          </ac:spMkLst>
        </pc:spChg>
        <pc:spChg chg="add">
          <ac:chgData name="Renan Xavier Cortes" userId="d6af805853004405" providerId="LiveId" clId="{6CBA8CAD-390F-4A11-B907-BBB4B6E0B449}" dt="2026-01-21T18:46:47.975" v="1328"/>
          <ac:spMkLst>
            <pc:docMk/>
            <pc:sldMk cId="3446963972" sldId="276"/>
            <ac:spMk id="5" creationId="{7691A13F-E63A-E81C-7615-4E1B9C8F089B}"/>
          </ac:spMkLst>
        </pc:spChg>
        <pc:spChg chg="add">
          <ac:chgData name="Renan Xavier Cortes" userId="d6af805853004405" providerId="LiveId" clId="{6CBA8CAD-390F-4A11-B907-BBB4B6E0B449}" dt="2026-01-21T18:46:56.495" v="1331"/>
          <ac:spMkLst>
            <pc:docMk/>
            <pc:sldMk cId="3446963972" sldId="276"/>
            <ac:spMk id="6" creationId="{B9CD3EB6-CF63-45D7-8877-1B8884B44136}"/>
          </ac:spMkLst>
        </pc:spChg>
        <pc:spChg chg="mod">
          <ac:chgData name="Renan Xavier Cortes" userId="d6af805853004405" providerId="LiveId" clId="{6CBA8CAD-390F-4A11-B907-BBB4B6E0B449}" dt="2026-01-21T20:58:56.682" v="2252" actId="1076"/>
          <ac:spMkLst>
            <pc:docMk/>
            <pc:sldMk cId="3446963972" sldId="276"/>
            <ac:spMk id="8" creationId="{39AE06C5-34BE-4D68-97C3-4C07702C2DF6}"/>
          </ac:spMkLst>
        </pc:spChg>
        <pc:spChg chg="add">
          <ac:chgData name="Renan Xavier Cortes" userId="d6af805853004405" providerId="LiveId" clId="{6CBA8CAD-390F-4A11-B907-BBB4B6E0B449}" dt="2026-01-21T18:48:07.452" v="1348"/>
          <ac:spMkLst>
            <pc:docMk/>
            <pc:sldMk cId="3446963972" sldId="276"/>
            <ac:spMk id="9" creationId="{7BD61162-0455-46D7-6582-B08A63E293A9}"/>
          </ac:spMkLst>
        </pc:spChg>
        <pc:spChg chg="add mod">
          <ac:chgData name="Renan Xavier Cortes" userId="d6af805853004405" providerId="LiveId" clId="{6CBA8CAD-390F-4A11-B907-BBB4B6E0B449}" dt="2026-01-21T19:20:03.944" v="1876" actId="122"/>
          <ac:spMkLst>
            <pc:docMk/>
            <pc:sldMk cId="3446963972" sldId="276"/>
            <ac:spMk id="10" creationId="{5ED500D4-496C-7599-2503-D51C1F16CA97}"/>
          </ac:spMkLst>
        </pc:spChg>
      </pc:sldChg>
      <pc:sldChg chg="addSp delSp modSp add mod delAnim">
        <pc:chgData name="Renan Xavier Cortes" userId="d6af805853004405" providerId="LiveId" clId="{6CBA8CAD-390F-4A11-B907-BBB4B6E0B449}" dt="2026-01-21T20:59:04.449" v="2254" actId="1076"/>
        <pc:sldMkLst>
          <pc:docMk/>
          <pc:sldMk cId="3536810104" sldId="277"/>
        </pc:sldMkLst>
        <pc:spChg chg="mod">
          <ac:chgData name="Renan Xavier Cortes" userId="d6af805853004405" providerId="LiveId" clId="{6CBA8CAD-390F-4A11-B907-BBB4B6E0B449}" dt="2026-01-21T20:59:01.719" v="2253" actId="1076"/>
          <ac:spMkLst>
            <pc:docMk/>
            <pc:sldMk cId="3536810104" sldId="277"/>
            <ac:spMk id="4" creationId="{4B84190D-BF19-CEFE-E86D-F0B0EBBA7C0B}"/>
          </ac:spMkLst>
        </pc:spChg>
        <pc:spChg chg="add">
          <ac:chgData name="Renan Xavier Cortes" userId="d6af805853004405" providerId="LiveId" clId="{6CBA8CAD-390F-4A11-B907-BBB4B6E0B449}" dt="2026-01-21T19:19:04.508" v="1845"/>
          <ac:spMkLst>
            <pc:docMk/>
            <pc:sldMk cId="3536810104" sldId="277"/>
            <ac:spMk id="5" creationId="{F614520D-A0CA-F6FB-739F-3A18BD793D0D}"/>
          </ac:spMkLst>
        </pc:spChg>
        <pc:spChg chg="mod">
          <ac:chgData name="Renan Xavier Cortes" userId="d6af805853004405" providerId="LiveId" clId="{6CBA8CAD-390F-4A11-B907-BBB4B6E0B449}" dt="2026-01-21T20:59:04.449" v="2254" actId="1076"/>
          <ac:spMkLst>
            <pc:docMk/>
            <pc:sldMk cId="3536810104" sldId="277"/>
            <ac:spMk id="8" creationId="{39AE06C5-34BE-4D68-97C3-4C07702C2DF6}"/>
          </ac:spMkLst>
        </pc:spChg>
        <pc:spChg chg="del">
          <ac:chgData name="Renan Xavier Cortes" userId="d6af805853004405" providerId="LiveId" clId="{6CBA8CAD-390F-4A11-B907-BBB4B6E0B449}" dt="2026-01-21T19:21:22.622" v="1907" actId="478"/>
          <ac:spMkLst>
            <pc:docMk/>
            <pc:sldMk cId="3536810104" sldId="277"/>
            <ac:spMk id="10" creationId="{5ED500D4-496C-7599-2503-D51C1F16CA97}"/>
          </ac:spMkLst>
        </pc:spChg>
      </pc:sldChg>
      <pc:sldChg chg="addSp delSp modSp add mod">
        <pc:chgData name="Renan Xavier Cortes" userId="d6af805853004405" providerId="LiveId" clId="{6CBA8CAD-390F-4A11-B907-BBB4B6E0B449}" dt="2026-01-21T20:59:12.468" v="2255" actId="1076"/>
        <pc:sldMkLst>
          <pc:docMk/>
          <pc:sldMk cId="3805335353" sldId="278"/>
        </pc:sldMkLst>
        <pc:spChg chg="del">
          <ac:chgData name="Renan Xavier Cortes" userId="d6af805853004405" providerId="LiveId" clId="{6CBA8CAD-390F-4A11-B907-BBB4B6E0B449}" dt="2026-01-21T19:23:53.939" v="1927" actId="478"/>
          <ac:spMkLst>
            <pc:docMk/>
            <pc:sldMk cId="3805335353" sldId="278"/>
            <ac:spMk id="4" creationId="{4B84190D-BF19-CEFE-E86D-F0B0EBBA7C0B}"/>
          </ac:spMkLst>
        </pc:spChg>
        <pc:spChg chg="mod">
          <ac:chgData name="Renan Xavier Cortes" userId="d6af805853004405" providerId="LiveId" clId="{6CBA8CAD-390F-4A11-B907-BBB4B6E0B449}" dt="2026-01-21T20:59:12.468" v="2255" actId="1076"/>
          <ac:spMkLst>
            <pc:docMk/>
            <pc:sldMk cId="3805335353" sldId="278"/>
            <ac:spMk id="8" creationId="{39AE06C5-34BE-4D68-97C3-4C07702C2DF6}"/>
          </ac:spMkLst>
        </pc:spChg>
        <pc:picChg chg="add del">
          <ac:chgData name="Renan Xavier Cortes" userId="d6af805853004405" providerId="LiveId" clId="{6CBA8CAD-390F-4A11-B907-BBB4B6E0B449}" dt="2026-01-21T19:24:04.582" v="1929" actId="478"/>
          <ac:picMkLst>
            <pc:docMk/>
            <pc:sldMk cId="3805335353" sldId="278"/>
            <ac:picMk id="6" creationId="{921C0E59-AD89-ECC2-F222-142CFE50CC44}"/>
          </ac:picMkLst>
        </pc:picChg>
        <pc:picChg chg="add del mod">
          <ac:chgData name="Renan Xavier Cortes" userId="d6af805853004405" providerId="LiveId" clId="{6CBA8CAD-390F-4A11-B907-BBB4B6E0B449}" dt="2026-01-21T19:24:16.562" v="1932" actId="478"/>
          <ac:picMkLst>
            <pc:docMk/>
            <pc:sldMk cId="3805335353" sldId="278"/>
            <ac:picMk id="10" creationId="{6D158DB3-BBDB-4290-7B5E-041896ED57D7}"/>
          </ac:picMkLst>
        </pc:picChg>
        <pc:picChg chg="add mod">
          <ac:chgData name="Renan Xavier Cortes" userId="d6af805853004405" providerId="LiveId" clId="{6CBA8CAD-390F-4A11-B907-BBB4B6E0B449}" dt="2026-01-21T19:24:25.804" v="1936" actId="1076"/>
          <ac:picMkLst>
            <pc:docMk/>
            <pc:sldMk cId="3805335353" sldId="278"/>
            <ac:picMk id="12" creationId="{D1D61B3D-F04A-A328-6D7E-B6112CFC8500}"/>
          </ac:picMkLst>
        </pc:picChg>
      </pc:sldChg>
      <pc:sldChg chg="add del">
        <pc:chgData name="Renan Xavier Cortes" userId="d6af805853004405" providerId="LiveId" clId="{6CBA8CAD-390F-4A11-B907-BBB4B6E0B449}" dt="2026-01-21T20:14:07.365" v="2065" actId="47"/>
        <pc:sldMkLst>
          <pc:docMk/>
          <pc:sldMk cId="3848419073" sldId="279"/>
        </pc:sldMkLst>
      </pc:sldChg>
      <pc:sldChg chg="addSp delSp modSp add mod modAnim">
        <pc:chgData name="Renan Xavier Cortes" userId="d6af805853004405" providerId="LiveId" clId="{6CBA8CAD-390F-4A11-B907-BBB4B6E0B449}" dt="2026-01-21T21:00:32.127" v="2262"/>
        <pc:sldMkLst>
          <pc:docMk/>
          <pc:sldMk cId="1732088967" sldId="280"/>
        </pc:sldMkLst>
        <pc:picChg chg="add mod">
          <ac:chgData name="Renan Xavier Cortes" userId="d6af805853004405" providerId="LiveId" clId="{6CBA8CAD-390F-4A11-B907-BBB4B6E0B449}" dt="2026-01-21T20:10:30.304" v="2048" actId="1076"/>
          <ac:picMkLst>
            <pc:docMk/>
            <pc:sldMk cId="1732088967" sldId="280"/>
            <ac:picMk id="8" creationId="{AEF69BF5-D37C-4474-57A7-A57534FDD6C4}"/>
          </ac:picMkLst>
        </pc:picChg>
        <pc:picChg chg="del">
          <ac:chgData name="Renan Xavier Cortes" userId="d6af805853004405" providerId="LiveId" clId="{6CBA8CAD-390F-4A11-B907-BBB4B6E0B449}" dt="2026-01-21T20:10:25.088" v="2043" actId="478"/>
          <ac:picMkLst>
            <pc:docMk/>
            <pc:sldMk cId="1732088967" sldId="280"/>
            <ac:picMk id="11" creationId="{61149965-3367-6BC9-6804-26C7F2A938B0}"/>
          </ac:picMkLst>
        </pc:picChg>
      </pc:sldChg>
      <pc:sldChg chg="addSp delSp modSp add mod modAnim">
        <pc:chgData name="Renan Xavier Cortes" userId="d6af805853004405" providerId="LiveId" clId="{6CBA8CAD-390F-4A11-B907-BBB4B6E0B449}" dt="2026-01-21T21:00:35.081" v="2263"/>
        <pc:sldMkLst>
          <pc:docMk/>
          <pc:sldMk cId="1675466683" sldId="281"/>
        </pc:sldMkLst>
        <pc:picChg chg="add mod">
          <ac:chgData name="Renan Xavier Cortes" userId="d6af805853004405" providerId="LiveId" clId="{6CBA8CAD-390F-4A11-B907-BBB4B6E0B449}" dt="2026-01-21T20:10:41.842" v="2053" actId="1076"/>
          <ac:picMkLst>
            <pc:docMk/>
            <pc:sldMk cId="1675466683" sldId="281"/>
            <ac:picMk id="8" creationId="{0CEA26AE-0683-B67F-BC37-373D3160DC2B}"/>
          </ac:picMkLst>
        </pc:picChg>
        <pc:picChg chg="del">
          <ac:chgData name="Renan Xavier Cortes" userId="d6af805853004405" providerId="LiveId" clId="{6CBA8CAD-390F-4A11-B907-BBB4B6E0B449}" dt="2026-01-21T20:10:39.109" v="2049" actId="478"/>
          <ac:picMkLst>
            <pc:docMk/>
            <pc:sldMk cId="1675466683" sldId="281"/>
            <ac:picMk id="11" creationId="{61149965-3367-6BC9-6804-26C7F2A938B0}"/>
          </ac:picMkLst>
        </pc:picChg>
      </pc:sldChg>
      <pc:sldChg chg="addSp delSp modSp add mod modAnim">
        <pc:chgData name="Renan Xavier Cortes" userId="d6af805853004405" providerId="LiveId" clId="{6CBA8CAD-390F-4A11-B907-BBB4B6E0B449}" dt="2026-01-21T21:00:39.070" v="2264"/>
        <pc:sldMkLst>
          <pc:docMk/>
          <pc:sldMk cId="394495569" sldId="282"/>
        </pc:sldMkLst>
        <pc:picChg chg="add mod">
          <ac:chgData name="Renan Xavier Cortes" userId="d6af805853004405" providerId="LiveId" clId="{6CBA8CAD-390F-4A11-B907-BBB4B6E0B449}" dt="2026-01-21T20:10:49.139" v="2058" actId="1076"/>
          <ac:picMkLst>
            <pc:docMk/>
            <pc:sldMk cId="394495569" sldId="282"/>
            <ac:picMk id="8" creationId="{B1CCA7E3-218E-F179-62AE-8328EF43C48D}"/>
          </ac:picMkLst>
        </pc:picChg>
        <pc:picChg chg="del">
          <ac:chgData name="Renan Xavier Cortes" userId="d6af805853004405" providerId="LiveId" clId="{6CBA8CAD-390F-4A11-B907-BBB4B6E0B449}" dt="2026-01-21T20:10:46.609" v="2054" actId="478"/>
          <ac:picMkLst>
            <pc:docMk/>
            <pc:sldMk cId="394495569" sldId="282"/>
            <ac:picMk id="11" creationId="{61149965-3367-6BC9-6804-26C7F2A938B0}"/>
          </ac:picMkLst>
        </pc:picChg>
      </pc:sldChg>
      <pc:sldChg chg="addSp delSp modSp add mod modAnim">
        <pc:chgData name="Renan Xavier Cortes" userId="d6af805853004405" providerId="LiveId" clId="{6CBA8CAD-390F-4A11-B907-BBB4B6E0B449}" dt="2026-01-21T21:00:41.723" v="2265"/>
        <pc:sldMkLst>
          <pc:docMk/>
          <pc:sldMk cId="1551874195" sldId="283"/>
        </pc:sldMkLst>
        <pc:picChg chg="del">
          <ac:chgData name="Renan Xavier Cortes" userId="d6af805853004405" providerId="LiveId" clId="{6CBA8CAD-390F-4A11-B907-BBB4B6E0B449}" dt="2026-01-21T20:11:11.233" v="2060" actId="478"/>
          <ac:picMkLst>
            <pc:docMk/>
            <pc:sldMk cId="1551874195" sldId="283"/>
            <ac:picMk id="8" creationId="{B1CCA7E3-218E-F179-62AE-8328EF43C48D}"/>
          </ac:picMkLst>
        </pc:picChg>
        <pc:picChg chg="add del mod">
          <ac:chgData name="Renan Xavier Cortes" userId="d6af805853004405" providerId="LiveId" clId="{6CBA8CAD-390F-4A11-B907-BBB4B6E0B449}" dt="2026-01-21T20:14:13.787" v="2066" actId="478"/>
          <ac:picMkLst>
            <pc:docMk/>
            <pc:sldMk cId="1551874195" sldId="283"/>
            <ac:picMk id="10" creationId="{F828494C-955A-760B-2AC4-9BAE7602E545}"/>
          </ac:picMkLst>
        </pc:picChg>
        <pc:picChg chg="add mod">
          <ac:chgData name="Renan Xavier Cortes" userId="d6af805853004405" providerId="LiveId" clId="{6CBA8CAD-390F-4A11-B907-BBB4B6E0B449}" dt="2026-01-21T20:14:23.924" v="2073" actId="1076"/>
          <ac:picMkLst>
            <pc:docMk/>
            <pc:sldMk cId="1551874195" sldId="283"/>
            <ac:picMk id="12" creationId="{65B2CA1E-D00D-E753-7DDF-737EC812D222}"/>
          </ac:picMkLst>
        </pc:picChg>
      </pc:sldChg>
      <pc:sldChg chg="addSp delSp modSp add mod modAnim">
        <pc:chgData name="Renan Xavier Cortes" userId="d6af805853004405" providerId="LiveId" clId="{6CBA8CAD-390F-4A11-B907-BBB4B6E0B449}" dt="2026-01-21T21:00:47.027" v="2267"/>
        <pc:sldMkLst>
          <pc:docMk/>
          <pc:sldMk cId="3855288861" sldId="284"/>
        </pc:sldMkLst>
        <pc:spChg chg="mod">
          <ac:chgData name="Renan Xavier Cortes" userId="d6af805853004405" providerId="LiveId" clId="{6CBA8CAD-390F-4A11-B907-BBB4B6E0B449}" dt="2026-01-21T20:48:23.702" v="2145" actId="20577"/>
          <ac:spMkLst>
            <pc:docMk/>
            <pc:sldMk cId="3855288861" sldId="284"/>
            <ac:spMk id="4" creationId="{4B84190D-BF19-CEFE-E86D-F0B0EBBA7C0B}"/>
          </ac:spMkLst>
        </pc:spChg>
        <pc:spChg chg="add mod">
          <ac:chgData name="Renan Xavier Cortes" userId="d6af805853004405" providerId="LiveId" clId="{6CBA8CAD-390F-4A11-B907-BBB4B6E0B449}" dt="2026-01-21T20:48:43.266" v="2153" actId="1076"/>
          <ac:spMkLst>
            <pc:docMk/>
            <pc:sldMk cId="3855288861" sldId="284"/>
            <ac:spMk id="10" creationId="{2B1F81A8-3F77-3D25-0D91-989260BBD806}"/>
          </ac:spMkLst>
        </pc:spChg>
        <pc:spChg chg="add mod">
          <ac:chgData name="Renan Xavier Cortes" userId="d6af805853004405" providerId="LiveId" clId="{6CBA8CAD-390F-4A11-B907-BBB4B6E0B449}" dt="2026-01-21T20:49:00.147" v="2168" actId="1076"/>
          <ac:spMkLst>
            <pc:docMk/>
            <pc:sldMk cId="3855288861" sldId="284"/>
            <ac:spMk id="11" creationId="{ACBE2905-AC6C-0446-21C0-36CE2B864BA5}"/>
          </ac:spMkLst>
        </pc:spChg>
        <pc:picChg chg="del">
          <ac:chgData name="Renan Xavier Cortes" userId="d6af805853004405" providerId="LiveId" clId="{6CBA8CAD-390F-4A11-B907-BBB4B6E0B449}" dt="2026-01-21T20:48:26.070" v="2146" actId="478"/>
          <ac:picMkLst>
            <pc:docMk/>
            <pc:sldMk cId="3855288861" sldId="284"/>
            <ac:picMk id="6" creationId="{CB9F02F1-AFED-6149-90A3-CE7F1933A876}"/>
          </ac:picMkLst>
        </pc:picChg>
        <pc:picChg chg="add mod">
          <ac:chgData name="Renan Xavier Cortes" userId="d6af805853004405" providerId="LiveId" clId="{6CBA8CAD-390F-4A11-B907-BBB4B6E0B449}" dt="2026-01-21T20:48:57.395" v="2167" actId="1076"/>
          <ac:picMkLst>
            <pc:docMk/>
            <pc:sldMk cId="3855288861" sldId="284"/>
            <ac:picMk id="9" creationId="{61539A83-FA7C-7AD1-70FB-ECE4DD84D297}"/>
          </ac:picMkLst>
        </pc:picChg>
        <pc:picChg chg="add mod">
          <ac:chgData name="Renan Xavier Cortes" userId="d6af805853004405" providerId="LiveId" clId="{6CBA8CAD-390F-4A11-B907-BBB4B6E0B449}" dt="2026-01-21T20:49:27.109" v="2171" actId="1076"/>
          <ac:picMkLst>
            <pc:docMk/>
            <pc:sldMk cId="3855288861" sldId="284"/>
            <ac:picMk id="13" creationId="{40652A95-1D6F-2C91-CA10-BBD91EE6FCD5}"/>
          </ac:picMkLst>
        </pc:picChg>
      </pc:sldChg>
      <pc:sldChg chg="addSp delSp modSp add del mod">
        <pc:chgData name="Renan Xavier Cortes" userId="d6af805853004405" providerId="LiveId" clId="{6CBA8CAD-390F-4A11-B907-BBB4B6E0B449}" dt="2026-01-21T20:52:43.441" v="2205" actId="47"/>
        <pc:sldMkLst>
          <pc:docMk/>
          <pc:sldMk cId="675104871" sldId="285"/>
        </pc:sldMkLst>
        <pc:spChg chg="mod">
          <ac:chgData name="Renan Xavier Cortes" userId="d6af805853004405" providerId="LiveId" clId="{6CBA8CAD-390F-4A11-B907-BBB4B6E0B449}" dt="2026-01-21T20:49:49.525" v="2189" actId="20577"/>
          <ac:spMkLst>
            <pc:docMk/>
            <pc:sldMk cId="675104871" sldId="285"/>
            <ac:spMk id="4" creationId="{4B84190D-BF19-CEFE-E86D-F0B0EBBA7C0B}"/>
          </ac:spMkLst>
        </pc:spChg>
        <pc:spChg chg="del">
          <ac:chgData name="Renan Xavier Cortes" userId="d6af805853004405" providerId="LiveId" clId="{6CBA8CAD-390F-4A11-B907-BBB4B6E0B449}" dt="2026-01-21T20:49:53.812" v="2192" actId="478"/>
          <ac:spMkLst>
            <pc:docMk/>
            <pc:sldMk cId="675104871" sldId="285"/>
            <ac:spMk id="10" creationId="{2B1F81A8-3F77-3D25-0D91-989260BBD806}"/>
          </ac:spMkLst>
        </pc:spChg>
        <pc:spChg chg="del">
          <ac:chgData name="Renan Xavier Cortes" userId="d6af805853004405" providerId="LiveId" clId="{6CBA8CAD-390F-4A11-B907-BBB4B6E0B449}" dt="2026-01-21T20:49:53.812" v="2192" actId="478"/>
          <ac:spMkLst>
            <pc:docMk/>
            <pc:sldMk cId="675104871" sldId="285"/>
            <ac:spMk id="11" creationId="{ACBE2905-AC6C-0446-21C0-36CE2B864BA5}"/>
          </ac:spMkLst>
        </pc:spChg>
        <pc:picChg chg="add del mod">
          <ac:chgData name="Renan Xavier Cortes" userId="d6af805853004405" providerId="LiveId" clId="{6CBA8CAD-390F-4A11-B907-BBB4B6E0B449}" dt="2026-01-21T20:52:20.405" v="2197" actId="478"/>
          <ac:picMkLst>
            <pc:docMk/>
            <pc:sldMk cId="675104871" sldId="285"/>
            <ac:picMk id="6" creationId="{96B5210F-1605-9FC7-8E4A-D66BA6A8C835}"/>
          </ac:picMkLst>
        </pc:picChg>
        <pc:picChg chg="del">
          <ac:chgData name="Renan Xavier Cortes" userId="d6af805853004405" providerId="LiveId" clId="{6CBA8CAD-390F-4A11-B907-BBB4B6E0B449}" dt="2026-01-21T20:49:51.683" v="2190" actId="478"/>
          <ac:picMkLst>
            <pc:docMk/>
            <pc:sldMk cId="675104871" sldId="285"/>
            <ac:picMk id="9" creationId="{61539A83-FA7C-7AD1-70FB-ECE4DD84D297}"/>
          </ac:picMkLst>
        </pc:picChg>
        <pc:picChg chg="del">
          <ac:chgData name="Renan Xavier Cortes" userId="d6af805853004405" providerId="LiveId" clId="{6CBA8CAD-390F-4A11-B907-BBB4B6E0B449}" dt="2026-01-21T20:49:52.623" v="2191" actId="478"/>
          <ac:picMkLst>
            <pc:docMk/>
            <pc:sldMk cId="675104871" sldId="285"/>
            <ac:picMk id="13" creationId="{40652A95-1D6F-2C91-CA10-BBD91EE6FCD5}"/>
          </ac:picMkLst>
        </pc:picChg>
      </pc:sldChg>
      <pc:sldChg chg="add modAnim">
        <pc:chgData name="Renan Xavier Cortes" userId="d6af805853004405" providerId="LiveId" clId="{6CBA8CAD-390F-4A11-B907-BBB4B6E0B449}" dt="2026-01-21T21:00:53.358" v="2269"/>
        <pc:sldMkLst>
          <pc:docMk/>
          <pc:sldMk cId="2773026186" sldId="286"/>
        </pc:sldMkLst>
      </pc:sldChg>
      <pc:sldChg chg="addSp delSp modSp add mod modAnim">
        <pc:chgData name="Renan Xavier Cortes" userId="d6af805853004405" providerId="LiveId" clId="{6CBA8CAD-390F-4A11-B907-BBB4B6E0B449}" dt="2026-01-21T21:00:49.455" v="2268"/>
        <pc:sldMkLst>
          <pc:docMk/>
          <pc:sldMk cId="623748094" sldId="287"/>
        </pc:sldMkLst>
        <pc:spChg chg="add mod">
          <ac:chgData name="Renan Xavier Cortes" userId="d6af805853004405" providerId="LiveId" clId="{6CBA8CAD-390F-4A11-B907-BBB4B6E0B449}" dt="2026-01-21T20:54:01.600" v="2250" actId="1076"/>
          <ac:spMkLst>
            <pc:docMk/>
            <pc:sldMk cId="623748094" sldId="287"/>
            <ac:spMk id="10" creationId="{0501C3D0-1DF0-41AE-C64F-7EABA969E7F3}"/>
          </ac:spMkLst>
        </pc:spChg>
        <pc:picChg chg="del">
          <ac:chgData name="Renan Xavier Cortes" userId="d6af805853004405" providerId="LiveId" clId="{6CBA8CAD-390F-4A11-B907-BBB4B6E0B449}" dt="2026-01-21T20:52:26.148" v="2199" actId="478"/>
          <ac:picMkLst>
            <pc:docMk/>
            <pc:sldMk cId="623748094" sldId="287"/>
            <ac:picMk id="6" creationId="{96B5210F-1605-9FC7-8E4A-D66BA6A8C835}"/>
          </ac:picMkLst>
        </pc:picChg>
        <pc:picChg chg="add mod">
          <ac:chgData name="Renan Xavier Cortes" userId="d6af805853004405" providerId="LiveId" clId="{6CBA8CAD-390F-4A11-B907-BBB4B6E0B449}" dt="2026-01-21T20:53:20.353" v="2208" actId="1076"/>
          <ac:picMkLst>
            <pc:docMk/>
            <pc:sldMk cId="623748094" sldId="287"/>
            <ac:picMk id="9" creationId="{F0AE4C95-B2E5-AD75-C8DB-CA9623F29141}"/>
          </ac:picMkLst>
        </pc:picChg>
        <pc:picChg chg="add del mod">
          <ac:chgData name="Renan Xavier Cortes" userId="d6af805853004405" providerId="LiveId" clId="{6CBA8CAD-390F-4A11-B907-BBB4B6E0B449}" dt="2026-01-21T20:53:15.846" v="2206" actId="478"/>
          <ac:picMkLst>
            <pc:docMk/>
            <pc:sldMk cId="623748094" sldId="287"/>
            <ac:picMk id="18434" creationId="{E52C266A-D0DB-93C1-2C72-A4F92F13BCD8}"/>
          </ac:picMkLst>
        </pc:picChg>
      </pc:sldChg>
    </pc:docChg>
  </pc:docChgLst>
  <pc:docChgLst>
    <pc:chgData name="Renan Xavier Cortes" userId="d6af805853004405" providerId="LiveId" clId="{212BA557-4780-4474-BA67-C155C1354E75}"/>
    <pc:docChg chg="custSel addSld modSld">
      <pc:chgData name="Renan Xavier Cortes" userId="d6af805853004405" providerId="LiveId" clId="{212BA557-4780-4474-BA67-C155C1354E75}" dt="2026-01-26T15:01:38.670" v="181" actId="1076"/>
      <pc:docMkLst>
        <pc:docMk/>
      </pc:docMkLst>
      <pc:sldChg chg="delSp modSp add mod">
        <pc:chgData name="Renan Xavier Cortes" userId="d6af805853004405" providerId="LiveId" clId="{212BA557-4780-4474-BA67-C155C1354E75}" dt="2026-01-26T15:01:38.670" v="181" actId="1076"/>
        <pc:sldMkLst>
          <pc:docMk/>
          <pc:sldMk cId="1515360493" sldId="288"/>
        </pc:sldMkLst>
        <pc:spChg chg="mod">
          <ac:chgData name="Renan Xavier Cortes" userId="d6af805853004405" providerId="LiveId" clId="{212BA557-4780-4474-BA67-C155C1354E75}" dt="2026-01-26T15:01:38.670" v="181" actId="1076"/>
          <ac:spMkLst>
            <pc:docMk/>
            <pc:sldMk cId="1515360493" sldId="288"/>
            <ac:spMk id="4" creationId="{4B84190D-BF19-CEFE-E86D-F0B0EBBA7C0B}"/>
          </ac:spMkLst>
        </pc:spChg>
        <pc:spChg chg="mod">
          <ac:chgData name="Renan Xavier Cortes" userId="d6af805853004405" providerId="LiveId" clId="{212BA557-4780-4474-BA67-C155C1354E75}" dt="2026-01-22T13:30:12.805" v="25" actId="20577"/>
          <ac:spMkLst>
            <pc:docMk/>
            <pc:sldMk cId="1515360493" sldId="288"/>
            <ac:spMk id="8" creationId="{39AE06C5-34BE-4D68-97C3-4C07702C2DF6}"/>
          </ac:spMkLst>
        </pc:spChg>
        <pc:picChg chg="del">
          <ac:chgData name="Renan Xavier Cortes" userId="d6af805853004405" providerId="LiveId" clId="{212BA557-4780-4474-BA67-C155C1354E75}" dt="2026-01-22T13:30:15.241" v="26" actId="478"/>
          <ac:picMkLst>
            <pc:docMk/>
            <pc:sldMk cId="1515360493" sldId="288"/>
            <ac:picMk id="6" creationId="{96B5210F-1605-9FC7-8E4A-D66BA6A8C835}"/>
          </ac:picMkLst>
        </pc:picChg>
      </pc:sldChg>
    </pc:docChg>
  </pc:docChgLst>
  <pc:docChgLst>
    <pc:chgData name="Renan Xavier Cortes" userId="d6af805853004405" providerId="LiveId" clId="{DD4EF9CF-6574-4471-A21D-3BB24D0401B4}"/>
    <pc:docChg chg="undo custSel addSld delSld modSld sldOrd">
      <pc:chgData name="Renan Xavier Cortes" userId="d6af805853004405" providerId="LiveId" clId="{DD4EF9CF-6574-4471-A21D-3BB24D0401B4}" dt="2026-03-03T17:07:11.099" v="1533" actId="108"/>
      <pc:docMkLst>
        <pc:docMk/>
      </pc:docMkLst>
      <pc:sldChg chg="addSp delSp modSp mod modAnim">
        <pc:chgData name="Renan Xavier Cortes" userId="d6af805853004405" providerId="LiveId" clId="{DD4EF9CF-6574-4471-A21D-3BB24D0401B4}" dt="2026-02-27T19:57:54.608" v="292" actId="113"/>
        <pc:sldMkLst>
          <pc:docMk/>
          <pc:sldMk cId="2921823341" sldId="260"/>
        </pc:sldMkLst>
        <pc:spChg chg="add mod">
          <ac:chgData name="Renan Xavier Cortes" userId="d6af805853004405" providerId="LiveId" clId="{DD4EF9CF-6574-4471-A21D-3BB24D0401B4}" dt="2026-02-27T19:57:54.608" v="292" actId="113"/>
          <ac:spMkLst>
            <pc:docMk/>
            <pc:sldMk cId="2921823341" sldId="260"/>
            <ac:spMk id="4" creationId="{215F603E-0960-D36D-0ABA-78F8C93CFA77}"/>
          </ac:spMkLst>
        </pc:spChg>
        <pc:spChg chg="add mod">
          <ac:chgData name="Renan Xavier Cortes" userId="d6af805853004405" providerId="LiveId" clId="{DD4EF9CF-6574-4471-A21D-3BB24D0401B4}" dt="2026-02-27T19:57:41.557" v="288" actId="1076"/>
          <ac:spMkLst>
            <pc:docMk/>
            <pc:sldMk cId="2921823341" sldId="260"/>
            <ac:spMk id="5" creationId="{69970046-49A2-6146-7770-02569E439BFD}"/>
          </ac:spMkLst>
        </pc:spChg>
        <pc:spChg chg="del">
          <ac:chgData name="Renan Xavier Cortes" userId="d6af805853004405" providerId="LiveId" clId="{DD4EF9CF-6574-4471-A21D-3BB24D0401B4}" dt="2026-02-27T19:57:23.115" v="283" actId="478"/>
          <ac:spMkLst>
            <pc:docMk/>
            <pc:sldMk cId="2921823341" sldId="260"/>
            <ac:spMk id="14" creationId="{427DBFEB-81BF-4CC3-A411-FBF43D295C56}"/>
          </ac:spMkLst>
        </pc:spChg>
      </pc:sldChg>
      <pc:sldChg chg="modSp mod">
        <pc:chgData name="Renan Xavier Cortes" userId="d6af805853004405" providerId="LiveId" clId="{DD4EF9CF-6574-4471-A21D-3BB24D0401B4}" dt="2026-02-27T20:20:06.782" v="714" actId="20577"/>
        <pc:sldMkLst>
          <pc:docMk/>
          <pc:sldMk cId="2121898900" sldId="261"/>
        </pc:sldMkLst>
        <pc:spChg chg="mod">
          <ac:chgData name="Renan Xavier Cortes" userId="d6af805853004405" providerId="LiveId" clId="{DD4EF9CF-6574-4471-A21D-3BB24D0401B4}" dt="2026-02-27T20:20:06.782" v="714" actId="20577"/>
          <ac:spMkLst>
            <pc:docMk/>
            <pc:sldMk cId="2121898900" sldId="261"/>
            <ac:spMk id="14" creationId="{427DBFEB-81BF-4CC3-A411-FBF43D295C56}"/>
          </ac:spMkLst>
        </pc:spChg>
      </pc:sldChg>
      <pc:sldChg chg="modSp mod modAnim">
        <pc:chgData name="Renan Xavier Cortes" userId="d6af805853004405" providerId="LiveId" clId="{DD4EF9CF-6574-4471-A21D-3BB24D0401B4}" dt="2026-02-27T20:30:21.752" v="756" actId="1076"/>
        <pc:sldMkLst>
          <pc:docMk/>
          <pc:sldMk cId="2689213611" sldId="262"/>
        </pc:sldMkLst>
        <pc:spChg chg="mod">
          <ac:chgData name="Renan Xavier Cortes" userId="d6af805853004405" providerId="LiveId" clId="{DD4EF9CF-6574-4471-A21D-3BB24D0401B4}" dt="2026-02-27T20:30:03.923" v="753" actId="14100"/>
          <ac:spMkLst>
            <pc:docMk/>
            <pc:sldMk cId="2689213611" sldId="262"/>
            <ac:spMk id="14" creationId="{427DBFEB-81BF-4CC3-A411-FBF43D295C56}"/>
          </ac:spMkLst>
        </pc:spChg>
        <pc:picChg chg="mod">
          <ac:chgData name="Renan Xavier Cortes" userId="d6af805853004405" providerId="LiveId" clId="{DD4EF9CF-6574-4471-A21D-3BB24D0401B4}" dt="2026-02-27T20:30:21.752" v="756" actId="1076"/>
          <ac:picMkLst>
            <pc:docMk/>
            <pc:sldMk cId="2689213611" sldId="262"/>
            <ac:picMk id="1026" creationId="{3AF06A5C-D23B-2668-9192-9EBD3941659A}"/>
          </ac:picMkLst>
        </pc:picChg>
      </pc:sldChg>
      <pc:sldChg chg="addSp delSp modSp mod ord delAnim modAnim">
        <pc:chgData name="Renan Xavier Cortes" userId="d6af805853004405" providerId="LiveId" clId="{DD4EF9CF-6574-4471-A21D-3BB24D0401B4}" dt="2026-02-28T16:44:49.066" v="1464"/>
        <pc:sldMkLst>
          <pc:docMk/>
          <pc:sldMk cId="1495373715" sldId="263"/>
        </pc:sldMkLst>
        <pc:spChg chg="add del mod">
          <ac:chgData name="Renan Xavier Cortes" userId="d6af805853004405" providerId="LiveId" clId="{DD4EF9CF-6574-4471-A21D-3BB24D0401B4}" dt="2026-02-27T20:31:33.113" v="773" actId="478"/>
          <ac:spMkLst>
            <pc:docMk/>
            <pc:sldMk cId="1495373715" sldId="263"/>
            <ac:spMk id="4" creationId="{04FE27B3-BAA3-7BD3-C30D-612FB32BFFCC}"/>
          </ac:spMkLst>
        </pc:spChg>
        <pc:spChg chg="del">
          <ac:chgData name="Renan Xavier Cortes" userId="d6af805853004405" providerId="LiveId" clId="{DD4EF9CF-6574-4471-A21D-3BB24D0401B4}" dt="2026-02-27T20:33:37.559" v="945" actId="478"/>
          <ac:spMkLst>
            <pc:docMk/>
            <pc:sldMk cId="1495373715" sldId="263"/>
            <ac:spMk id="6" creationId="{E4A74DC5-A696-506E-884C-C89CEEA7D8F7}"/>
          </ac:spMkLst>
        </pc:spChg>
        <pc:spChg chg="mod">
          <ac:chgData name="Renan Xavier Cortes" userId="d6af805853004405" providerId="LiveId" clId="{DD4EF9CF-6574-4471-A21D-3BB24D0401B4}" dt="2026-02-28T16:38:21.736" v="1417" actId="20577"/>
          <ac:spMkLst>
            <pc:docMk/>
            <pc:sldMk cId="1495373715" sldId="263"/>
            <ac:spMk id="8" creationId="{39AE06C5-34BE-4D68-97C3-4C07702C2DF6}"/>
          </ac:spMkLst>
        </pc:spChg>
        <pc:spChg chg="add mod">
          <ac:chgData name="Renan Xavier Cortes" userId="d6af805853004405" providerId="LiveId" clId="{DD4EF9CF-6574-4471-A21D-3BB24D0401B4}" dt="2026-02-27T20:34:32.679" v="1051" actId="1076"/>
          <ac:spMkLst>
            <pc:docMk/>
            <pc:sldMk cId="1495373715" sldId="263"/>
            <ac:spMk id="9" creationId="{444D4556-FDED-9A8C-50BB-CB4FC89FBF18}"/>
          </ac:spMkLst>
        </pc:spChg>
        <pc:spChg chg="add mod">
          <ac:chgData name="Renan Xavier Cortes" userId="d6af805853004405" providerId="LiveId" clId="{DD4EF9CF-6574-4471-A21D-3BB24D0401B4}" dt="2026-02-27T20:34:41.556" v="1054" actId="1076"/>
          <ac:spMkLst>
            <pc:docMk/>
            <pc:sldMk cId="1495373715" sldId="263"/>
            <ac:spMk id="10" creationId="{D4743F8A-0FBD-FFB1-7691-4655653FAC16}"/>
          </ac:spMkLst>
        </pc:spChg>
        <pc:picChg chg="del">
          <ac:chgData name="Renan Xavier Cortes" userId="d6af805853004405" providerId="LiveId" clId="{DD4EF9CF-6574-4471-A21D-3BB24D0401B4}" dt="2026-02-27T20:31:13.667" v="758" actId="478"/>
          <ac:picMkLst>
            <pc:docMk/>
            <pc:sldMk cId="1495373715" sldId="263"/>
            <ac:picMk id="5" creationId="{99503125-E213-E8F6-DAF3-BEC6F775BCC7}"/>
          </ac:picMkLst>
        </pc:picChg>
      </pc:sldChg>
      <pc:sldChg chg="modAnim">
        <pc:chgData name="Renan Xavier Cortes" userId="d6af805853004405" providerId="LiveId" clId="{DD4EF9CF-6574-4471-A21D-3BB24D0401B4}" dt="2026-02-18T18:21:18.803" v="222"/>
        <pc:sldMkLst>
          <pc:docMk/>
          <pc:sldMk cId="612877480" sldId="264"/>
        </pc:sldMkLst>
      </pc:sldChg>
      <pc:sldChg chg="modAnim">
        <pc:chgData name="Renan Xavier Cortes" userId="d6af805853004405" providerId="LiveId" clId="{DD4EF9CF-6574-4471-A21D-3BB24D0401B4}" dt="2026-02-18T18:21:48.312" v="225"/>
        <pc:sldMkLst>
          <pc:docMk/>
          <pc:sldMk cId="607923279" sldId="265"/>
        </pc:sldMkLst>
      </pc:sldChg>
      <pc:sldChg chg="modSp mod">
        <pc:chgData name="Renan Xavier Cortes" userId="d6af805853004405" providerId="LiveId" clId="{DD4EF9CF-6574-4471-A21D-3BB24D0401B4}" dt="2026-02-27T20:56:10.645" v="1139" actId="1076"/>
        <pc:sldMkLst>
          <pc:docMk/>
          <pc:sldMk cId="4060517312" sldId="268"/>
        </pc:sldMkLst>
        <pc:spChg chg="mod">
          <ac:chgData name="Renan Xavier Cortes" userId="d6af805853004405" providerId="LiveId" clId="{DD4EF9CF-6574-4471-A21D-3BB24D0401B4}" dt="2026-02-27T20:56:10.645" v="1139" actId="1076"/>
          <ac:spMkLst>
            <pc:docMk/>
            <pc:sldMk cId="4060517312" sldId="268"/>
            <ac:spMk id="4" creationId="{4B84190D-BF19-CEFE-E86D-F0B0EBBA7C0B}"/>
          </ac:spMkLst>
        </pc:spChg>
        <pc:spChg chg="mod">
          <ac:chgData name="Renan Xavier Cortes" userId="d6af805853004405" providerId="LiveId" clId="{DD4EF9CF-6574-4471-A21D-3BB24D0401B4}" dt="2026-02-27T20:55:53.683" v="1133" actId="20577"/>
          <ac:spMkLst>
            <pc:docMk/>
            <pc:sldMk cId="4060517312" sldId="268"/>
            <ac:spMk id="8" creationId="{39AE06C5-34BE-4D68-97C3-4C07702C2DF6}"/>
          </ac:spMkLst>
        </pc:spChg>
      </pc:sldChg>
      <pc:sldChg chg="addSp modSp mod">
        <pc:chgData name="Renan Xavier Cortes" userId="d6af805853004405" providerId="LiveId" clId="{DD4EF9CF-6574-4471-A21D-3BB24D0401B4}" dt="2026-02-27T21:12:36.216" v="1408" actId="1076"/>
        <pc:sldMkLst>
          <pc:docMk/>
          <pc:sldMk cId="2280539132" sldId="269"/>
        </pc:sldMkLst>
        <pc:spChg chg="add mod">
          <ac:chgData name="Renan Xavier Cortes" userId="d6af805853004405" providerId="LiveId" clId="{DD4EF9CF-6574-4471-A21D-3BB24D0401B4}" dt="2026-02-27T21:12:36.216" v="1408" actId="1076"/>
          <ac:spMkLst>
            <pc:docMk/>
            <pc:sldMk cId="2280539132" sldId="269"/>
            <ac:spMk id="5" creationId="{D23AED29-B560-0A6A-45AF-EE0AC78C3714}"/>
          </ac:spMkLst>
        </pc:spChg>
      </pc:sldChg>
      <pc:sldChg chg="addSp delSp modSp mod">
        <pc:chgData name="Renan Xavier Cortes" userId="d6af805853004405" providerId="LiveId" clId="{DD4EF9CF-6574-4471-A21D-3BB24D0401B4}" dt="2026-02-27T21:08:16.852" v="1269"/>
        <pc:sldMkLst>
          <pc:docMk/>
          <pc:sldMk cId="2090754589" sldId="274"/>
        </pc:sldMkLst>
        <pc:spChg chg="add mod">
          <ac:chgData name="Renan Xavier Cortes" userId="d6af805853004405" providerId="LiveId" clId="{DD4EF9CF-6574-4471-A21D-3BB24D0401B4}" dt="2026-02-27T21:08:16.852" v="1269"/>
          <ac:spMkLst>
            <pc:docMk/>
            <pc:sldMk cId="2090754589" sldId="274"/>
            <ac:spMk id="6" creationId="{8B78223B-FFA9-9039-8F12-FC0EC9F07CC1}"/>
          </ac:spMkLst>
        </pc:spChg>
        <pc:spChg chg="del">
          <ac:chgData name="Renan Xavier Cortes" userId="d6af805853004405" providerId="LiveId" clId="{DD4EF9CF-6574-4471-A21D-3BB24D0401B4}" dt="2026-02-27T21:08:16.539" v="1268" actId="478"/>
          <ac:spMkLst>
            <pc:docMk/>
            <pc:sldMk cId="2090754589" sldId="274"/>
            <ac:spMk id="8" creationId="{39AE06C5-34BE-4D68-97C3-4C07702C2DF6}"/>
          </ac:spMkLst>
        </pc:spChg>
      </pc:sldChg>
      <pc:sldChg chg="addSp delSp modSp mod">
        <pc:chgData name="Renan Xavier Cortes" userId="d6af805853004405" providerId="LiveId" clId="{DD4EF9CF-6574-4471-A21D-3BB24D0401B4}" dt="2026-02-27T21:08:22.800" v="1271"/>
        <pc:sldMkLst>
          <pc:docMk/>
          <pc:sldMk cId="3791482239" sldId="275"/>
        </pc:sldMkLst>
        <pc:spChg chg="add mod">
          <ac:chgData name="Renan Xavier Cortes" userId="d6af805853004405" providerId="LiveId" clId="{DD4EF9CF-6574-4471-A21D-3BB24D0401B4}" dt="2026-02-27T21:08:22.800" v="1271"/>
          <ac:spMkLst>
            <pc:docMk/>
            <pc:sldMk cId="3791482239" sldId="275"/>
            <ac:spMk id="6" creationId="{677C5DF2-42E3-25E6-665A-6DFD1CB66947}"/>
          </ac:spMkLst>
        </pc:spChg>
        <pc:spChg chg="del">
          <ac:chgData name="Renan Xavier Cortes" userId="d6af805853004405" providerId="LiveId" clId="{DD4EF9CF-6574-4471-A21D-3BB24D0401B4}" dt="2026-02-27T21:08:22.536" v="1270" actId="478"/>
          <ac:spMkLst>
            <pc:docMk/>
            <pc:sldMk cId="3791482239" sldId="275"/>
            <ac:spMk id="8" creationId="{39AE06C5-34BE-4D68-97C3-4C07702C2DF6}"/>
          </ac:spMkLst>
        </pc:spChg>
      </pc:sldChg>
      <pc:sldChg chg="modSp del mod">
        <pc:chgData name="Renan Xavier Cortes" userId="d6af805853004405" providerId="LiveId" clId="{DD4EF9CF-6574-4471-A21D-3BB24D0401B4}" dt="2026-02-27T21:07:49.450" v="1267" actId="47"/>
        <pc:sldMkLst>
          <pc:docMk/>
          <pc:sldMk cId="3446963972" sldId="276"/>
        </pc:sldMkLst>
        <pc:spChg chg="mod">
          <ac:chgData name="Renan Xavier Cortes" userId="d6af805853004405" providerId="LiveId" clId="{DD4EF9CF-6574-4471-A21D-3BB24D0401B4}" dt="2026-02-18T18:23:27.953" v="281" actId="20577"/>
          <ac:spMkLst>
            <pc:docMk/>
            <pc:sldMk cId="3446963972" sldId="276"/>
            <ac:spMk id="4" creationId="{4B84190D-BF19-CEFE-E86D-F0B0EBBA7C0B}"/>
          </ac:spMkLst>
        </pc:spChg>
      </pc:sldChg>
      <pc:sldChg chg="del">
        <pc:chgData name="Renan Xavier Cortes" userId="d6af805853004405" providerId="LiveId" clId="{DD4EF9CF-6574-4471-A21D-3BB24D0401B4}" dt="2026-02-27T21:07:49.450" v="1267" actId="47"/>
        <pc:sldMkLst>
          <pc:docMk/>
          <pc:sldMk cId="3536810104" sldId="277"/>
        </pc:sldMkLst>
      </pc:sldChg>
      <pc:sldChg chg="del">
        <pc:chgData name="Renan Xavier Cortes" userId="d6af805853004405" providerId="LiveId" clId="{DD4EF9CF-6574-4471-A21D-3BB24D0401B4}" dt="2026-02-27T21:07:49.450" v="1267" actId="47"/>
        <pc:sldMkLst>
          <pc:docMk/>
          <pc:sldMk cId="3805335353" sldId="278"/>
        </pc:sldMkLst>
      </pc:sldChg>
      <pc:sldChg chg="modSp mod">
        <pc:chgData name="Renan Xavier Cortes" userId="d6af805853004405" providerId="LiveId" clId="{DD4EF9CF-6574-4471-A21D-3BB24D0401B4}" dt="2026-03-03T17:07:11.099" v="1533" actId="108"/>
        <pc:sldMkLst>
          <pc:docMk/>
          <pc:sldMk cId="1515360493" sldId="288"/>
        </pc:sldMkLst>
        <pc:spChg chg="mod">
          <ac:chgData name="Renan Xavier Cortes" userId="d6af805853004405" providerId="LiveId" clId="{DD4EF9CF-6574-4471-A21D-3BB24D0401B4}" dt="2026-03-03T17:07:11.099" v="1533" actId="108"/>
          <ac:spMkLst>
            <pc:docMk/>
            <pc:sldMk cId="1515360493" sldId="288"/>
            <ac:spMk id="4" creationId="{4B84190D-BF19-CEFE-E86D-F0B0EBBA7C0B}"/>
          </ac:spMkLst>
        </pc:spChg>
      </pc:sldChg>
      <pc:sldChg chg="addSp delSp modSp add mod">
        <pc:chgData name="Renan Xavier Cortes" userId="d6af805853004405" providerId="LiveId" clId="{DD4EF9CF-6574-4471-A21D-3BB24D0401B4}" dt="2026-02-08T19:00:42.580" v="195" actId="20577"/>
        <pc:sldMkLst>
          <pc:docMk/>
          <pc:sldMk cId="3574790688" sldId="289"/>
        </pc:sldMkLst>
        <pc:spChg chg="mod">
          <ac:chgData name="Renan Xavier Cortes" userId="d6af805853004405" providerId="LiveId" clId="{DD4EF9CF-6574-4471-A21D-3BB24D0401B4}" dt="2026-02-08T19:00:42.580" v="195" actId="20577"/>
          <ac:spMkLst>
            <pc:docMk/>
            <pc:sldMk cId="3574790688" sldId="289"/>
            <ac:spMk id="4" creationId="{4B84190D-BF19-CEFE-E86D-F0B0EBBA7C0B}"/>
          </ac:spMkLst>
        </pc:spChg>
        <pc:spChg chg="del">
          <ac:chgData name="Renan Xavier Cortes" userId="d6af805853004405" providerId="LiveId" clId="{DD4EF9CF-6574-4471-A21D-3BB24D0401B4}" dt="2026-02-08T18:58:47.937" v="4" actId="478"/>
          <ac:spMkLst>
            <pc:docMk/>
            <pc:sldMk cId="3574790688" sldId="289"/>
            <ac:spMk id="10" creationId="{2B1F81A8-3F77-3D25-0D91-989260BBD806}"/>
          </ac:spMkLst>
        </pc:spChg>
        <pc:spChg chg="del">
          <ac:chgData name="Renan Xavier Cortes" userId="d6af805853004405" providerId="LiveId" clId="{DD4EF9CF-6574-4471-A21D-3BB24D0401B4}" dt="2026-02-08T18:58:47.409" v="3" actId="478"/>
          <ac:spMkLst>
            <pc:docMk/>
            <pc:sldMk cId="3574790688" sldId="289"/>
            <ac:spMk id="11" creationId="{ACBE2905-AC6C-0446-21C0-36CE2B864BA5}"/>
          </ac:spMkLst>
        </pc:spChg>
        <pc:picChg chg="add mod">
          <ac:chgData name="Renan Xavier Cortes" userId="d6af805853004405" providerId="LiveId" clId="{DD4EF9CF-6574-4471-A21D-3BB24D0401B4}" dt="2026-02-08T19:00:27.539" v="192" actId="1076"/>
          <ac:picMkLst>
            <pc:docMk/>
            <pc:sldMk cId="3574790688" sldId="289"/>
            <ac:picMk id="6" creationId="{E74464E9-1C55-80B1-C846-1C44D00D4C09}"/>
          </ac:picMkLst>
        </pc:picChg>
        <pc:picChg chg="del">
          <ac:chgData name="Renan Xavier Cortes" userId="d6af805853004405" providerId="LiveId" clId="{DD4EF9CF-6574-4471-A21D-3BB24D0401B4}" dt="2026-02-08T18:58:45.366" v="1" actId="478"/>
          <ac:picMkLst>
            <pc:docMk/>
            <pc:sldMk cId="3574790688" sldId="289"/>
            <ac:picMk id="9" creationId="{61539A83-FA7C-7AD1-70FB-ECE4DD84D297}"/>
          </ac:picMkLst>
        </pc:picChg>
        <pc:picChg chg="del">
          <ac:chgData name="Renan Xavier Cortes" userId="d6af805853004405" providerId="LiveId" clId="{DD4EF9CF-6574-4471-A21D-3BB24D0401B4}" dt="2026-02-08T18:58:45.906" v="2" actId="478"/>
          <ac:picMkLst>
            <pc:docMk/>
            <pc:sldMk cId="3574790688" sldId="289"/>
            <ac:picMk id="13" creationId="{40652A95-1D6F-2C91-CA10-BBD91EE6FCD5}"/>
          </ac:picMkLst>
        </pc:picChg>
      </pc:sldChg>
      <pc:sldChg chg="addSp delSp modSp add mod">
        <pc:chgData name="Renan Xavier Cortes" userId="d6af805853004405" providerId="LiveId" clId="{DD4EF9CF-6574-4471-A21D-3BB24D0401B4}" dt="2026-02-08T19:01:06.757" v="199" actId="1076"/>
        <pc:sldMkLst>
          <pc:docMk/>
          <pc:sldMk cId="2410958212" sldId="290"/>
        </pc:sldMkLst>
        <pc:picChg chg="del">
          <ac:chgData name="Renan Xavier Cortes" userId="d6af805853004405" providerId="LiveId" clId="{DD4EF9CF-6574-4471-A21D-3BB24D0401B4}" dt="2026-02-08T19:01:02.121" v="197" actId="478"/>
          <ac:picMkLst>
            <pc:docMk/>
            <pc:sldMk cId="2410958212" sldId="290"/>
            <ac:picMk id="6" creationId="{E74464E9-1C55-80B1-C846-1C44D00D4C09}"/>
          </ac:picMkLst>
        </pc:picChg>
        <pc:picChg chg="add mod">
          <ac:chgData name="Renan Xavier Cortes" userId="d6af805853004405" providerId="LiveId" clId="{DD4EF9CF-6574-4471-A21D-3BB24D0401B4}" dt="2026-02-08T19:01:06.757" v="199" actId="1076"/>
          <ac:picMkLst>
            <pc:docMk/>
            <pc:sldMk cId="2410958212" sldId="290"/>
            <ac:picMk id="9" creationId="{1E2BA45E-C22A-5EBC-EE35-C1BE4A9D8F6C}"/>
          </ac:picMkLst>
        </pc:picChg>
      </pc:sldChg>
      <pc:sldChg chg="modSp add mod">
        <pc:chgData name="Renan Xavier Cortes" userId="d6af805853004405" providerId="LiveId" clId="{DD4EF9CF-6574-4471-A21D-3BB24D0401B4}" dt="2026-02-27T19:58:42.902" v="297" actId="1076"/>
        <pc:sldMkLst>
          <pc:docMk/>
          <pc:sldMk cId="1909320916" sldId="291"/>
        </pc:sldMkLst>
        <pc:spChg chg="mod">
          <ac:chgData name="Renan Xavier Cortes" userId="d6af805853004405" providerId="LiveId" clId="{DD4EF9CF-6574-4471-A21D-3BB24D0401B4}" dt="2026-02-27T19:58:42.902" v="297" actId="1076"/>
          <ac:spMkLst>
            <pc:docMk/>
            <pc:sldMk cId="1909320916" sldId="291"/>
            <ac:spMk id="14" creationId="{427DBFEB-81BF-4CC3-A411-FBF43D295C56}"/>
          </ac:spMkLst>
        </pc:spChg>
      </pc:sldChg>
      <pc:sldChg chg="addSp delSp modSp add mod ord delAnim modAnim">
        <pc:chgData name="Renan Xavier Cortes" userId="d6af805853004405" providerId="LiveId" clId="{DD4EF9CF-6574-4471-A21D-3BB24D0401B4}" dt="2026-02-27T20:25:04.830" v="747"/>
        <pc:sldMkLst>
          <pc:docMk/>
          <pc:sldMk cId="671435520" sldId="292"/>
        </pc:sldMkLst>
        <pc:spChg chg="del">
          <ac:chgData name="Renan Xavier Cortes" userId="d6af805853004405" providerId="LiveId" clId="{DD4EF9CF-6574-4471-A21D-3BB24D0401B4}" dt="2026-02-27T20:23:16.093" v="717" actId="478"/>
          <ac:spMkLst>
            <pc:docMk/>
            <pc:sldMk cId="671435520" sldId="292"/>
            <ac:spMk id="4" creationId="{215F603E-0960-D36D-0ABA-78F8C93CFA77}"/>
          </ac:spMkLst>
        </pc:spChg>
        <pc:spChg chg="del">
          <ac:chgData name="Renan Xavier Cortes" userId="d6af805853004405" providerId="LiveId" clId="{DD4EF9CF-6574-4471-A21D-3BB24D0401B4}" dt="2026-02-27T20:23:14.774" v="716" actId="478"/>
          <ac:spMkLst>
            <pc:docMk/>
            <pc:sldMk cId="671435520" sldId="292"/>
            <ac:spMk id="5" creationId="{69970046-49A2-6146-7770-02569E439BFD}"/>
          </ac:spMkLst>
        </pc:spChg>
        <pc:spChg chg="add mod">
          <ac:chgData name="Renan Xavier Cortes" userId="d6af805853004405" providerId="LiveId" clId="{DD4EF9CF-6574-4471-A21D-3BB24D0401B4}" dt="2026-02-27T20:24:49.318" v="745" actId="1076"/>
          <ac:spMkLst>
            <pc:docMk/>
            <pc:sldMk cId="671435520" sldId="292"/>
            <ac:spMk id="6" creationId="{3FE48A2F-1BFF-6BE1-2C29-9D41451E5DE1}"/>
          </ac:spMkLst>
        </pc:spChg>
        <pc:spChg chg="add del mod">
          <ac:chgData name="Renan Xavier Cortes" userId="d6af805853004405" providerId="LiveId" clId="{DD4EF9CF-6574-4471-A21D-3BB24D0401B4}" dt="2026-02-27T20:24:26.978" v="738" actId="478"/>
          <ac:spMkLst>
            <pc:docMk/>
            <pc:sldMk cId="671435520" sldId="292"/>
            <ac:spMk id="9" creationId="{AC40DC3C-517A-3556-913F-805D2309FCBF}"/>
          </ac:spMkLst>
        </pc:spChg>
        <pc:spChg chg="add mod">
          <ac:chgData name="Renan Xavier Cortes" userId="d6af805853004405" providerId="LiveId" clId="{DD4EF9CF-6574-4471-A21D-3BB24D0401B4}" dt="2026-02-27T20:24:49.318" v="745" actId="1076"/>
          <ac:spMkLst>
            <pc:docMk/>
            <pc:sldMk cId="671435520" sldId="292"/>
            <ac:spMk id="10" creationId="{3252915E-5AFD-EFAC-13D6-617591F7B2CD}"/>
          </ac:spMkLst>
        </pc:spChg>
      </pc:sldChg>
      <pc:sldChg chg="add">
        <pc:chgData name="Renan Xavier Cortes" userId="d6af805853004405" providerId="LiveId" clId="{DD4EF9CF-6574-4471-A21D-3BB24D0401B4}" dt="2026-02-27T20:30:44.809" v="757"/>
        <pc:sldMkLst>
          <pc:docMk/>
          <pc:sldMk cId="3390593341" sldId="293"/>
        </pc:sldMkLst>
      </pc:sldChg>
      <pc:sldChg chg="addSp delSp modSp add mod">
        <pc:chgData name="Renan Xavier Cortes" userId="d6af805853004405" providerId="LiveId" clId="{DD4EF9CF-6574-4471-A21D-3BB24D0401B4}" dt="2026-02-27T20:59:52.863" v="1189"/>
        <pc:sldMkLst>
          <pc:docMk/>
          <pc:sldMk cId="3081690068" sldId="294"/>
        </pc:sldMkLst>
        <pc:spChg chg="del">
          <ac:chgData name="Renan Xavier Cortes" userId="d6af805853004405" providerId="LiveId" clId="{DD4EF9CF-6574-4471-A21D-3BB24D0401B4}" dt="2026-02-27T20:54:13.156" v="1061" actId="478"/>
          <ac:spMkLst>
            <pc:docMk/>
            <pc:sldMk cId="3081690068" sldId="294"/>
            <ac:spMk id="4" creationId="{4B84190D-BF19-CEFE-E86D-F0B0EBBA7C0B}"/>
          </ac:spMkLst>
        </pc:spChg>
        <pc:spChg chg="del">
          <ac:chgData name="Renan Xavier Cortes" userId="d6af805853004405" providerId="LiveId" clId="{DD4EF9CF-6574-4471-A21D-3BB24D0401B4}" dt="2026-02-27T20:58:35.418" v="1148" actId="478"/>
          <ac:spMkLst>
            <pc:docMk/>
            <pc:sldMk cId="3081690068" sldId="294"/>
            <ac:spMk id="8" creationId="{39AE06C5-34BE-4D68-97C3-4C07702C2DF6}"/>
          </ac:spMkLst>
        </pc:spChg>
        <pc:spChg chg="add mod">
          <ac:chgData name="Renan Xavier Cortes" userId="d6af805853004405" providerId="LiveId" clId="{DD4EF9CF-6574-4471-A21D-3BB24D0401B4}" dt="2026-02-27T20:58:35.672" v="1149"/>
          <ac:spMkLst>
            <pc:docMk/>
            <pc:sldMk cId="3081690068" sldId="294"/>
            <ac:spMk id="9" creationId="{3EC54B89-8FFD-E403-5EB1-9FEA5853083E}"/>
          </ac:spMkLst>
        </pc:spChg>
        <pc:spChg chg="add mod">
          <ac:chgData name="Renan Xavier Cortes" userId="d6af805853004405" providerId="LiveId" clId="{DD4EF9CF-6574-4471-A21D-3BB24D0401B4}" dt="2026-02-27T20:59:52.863" v="1189"/>
          <ac:spMkLst>
            <pc:docMk/>
            <pc:sldMk cId="3081690068" sldId="294"/>
            <ac:spMk id="10" creationId="{DEDE01B5-C0B2-52A8-F264-C97C34C55A4C}"/>
          </ac:spMkLst>
        </pc:spChg>
        <pc:picChg chg="add mod">
          <ac:chgData name="Renan Xavier Cortes" userId="d6af805853004405" providerId="LiveId" clId="{DD4EF9CF-6574-4471-A21D-3BB24D0401B4}" dt="2026-02-27T20:58:29.468" v="1147" actId="1076"/>
          <ac:picMkLst>
            <pc:docMk/>
            <pc:sldMk cId="3081690068" sldId="294"/>
            <ac:picMk id="6" creationId="{D1A93AB8-1653-0153-FD80-834F0B6C8F42}"/>
          </ac:picMkLst>
        </pc:picChg>
      </pc:sldChg>
      <pc:sldChg chg="addSp delSp modSp add mod">
        <pc:chgData name="Renan Xavier Cortes" userId="d6af805853004405" providerId="LiveId" clId="{DD4EF9CF-6574-4471-A21D-3BB24D0401B4}" dt="2026-02-27T20:59:50.280" v="1188" actId="1076"/>
        <pc:sldMkLst>
          <pc:docMk/>
          <pc:sldMk cId="1384777534" sldId="295"/>
        </pc:sldMkLst>
        <pc:spChg chg="del">
          <ac:chgData name="Renan Xavier Cortes" userId="d6af805853004405" providerId="LiveId" clId="{DD4EF9CF-6574-4471-A21D-3BB24D0401B4}" dt="2026-02-27T20:56:29.670" v="1141" actId="478"/>
          <ac:spMkLst>
            <pc:docMk/>
            <pc:sldMk cId="1384777534" sldId="295"/>
            <ac:spMk id="4" creationId="{4B84190D-BF19-CEFE-E86D-F0B0EBBA7C0B}"/>
          </ac:spMkLst>
        </pc:spChg>
        <pc:spChg chg="add mod">
          <ac:chgData name="Renan Xavier Cortes" userId="d6af805853004405" providerId="LiveId" clId="{DD4EF9CF-6574-4471-A21D-3BB24D0401B4}" dt="2026-02-27T20:59:50.280" v="1188" actId="1076"/>
          <ac:spMkLst>
            <pc:docMk/>
            <pc:sldMk cId="1384777534" sldId="295"/>
            <ac:spMk id="9" creationId="{A548FE44-91E6-40C8-A97C-AC3B25EAA738}"/>
          </ac:spMkLst>
        </pc:spChg>
        <pc:picChg chg="add mod">
          <ac:chgData name="Renan Xavier Cortes" userId="d6af805853004405" providerId="LiveId" clId="{DD4EF9CF-6574-4471-A21D-3BB24D0401B4}" dt="2026-02-27T20:56:35.557" v="1144" actId="1076"/>
          <ac:picMkLst>
            <pc:docMk/>
            <pc:sldMk cId="1384777534" sldId="295"/>
            <ac:picMk id="6" creationId="{F5F8F866-1134-D839-3EE2-37CC8A68ED10}"/>
          </ac:picMkLst>
        </pc:picChg>
      </pc:sldChg>
      <pc:sldChg chg="addSp delSp modSp add mod addAnim delAnim modAnim">
        <pc:chgData name="Renan Xavier Cortes" userId="d6af805853004405" providerId="LiveId" clId="{DD4EF9CF-6574-4471-A21D-3BB24D0401B4}" dt="2026-02-27T21:04:27.100" v="1262" actId="478"/>
        <pc:sldMkLst>
          <pc:docMk/>
          <pc:sldMk cId="3093077948" sldId="296"/>
        </pc:sldMkLst>
        <pc:spChg chg="add del mod">
          <ac:chgData name="Renan Xavier Cortes" userId="d6af805853004405" providerId="LiveId" clId="{DD4EF9CF-6574-4471-A21D-3BB24D0401B4}" dt="2026-02-27T21:04:27.100" v="1262" actId="478"/>
          <ac:spMkLst>
            <pc:docMk/>
            <pc:sldMk cId="3093077948" sldId="296"/>
            <ac:spMk id="8" creationId="{EAD076A6-8FA0-0EAF-3CCC-FB6DE1E6F2B9}"/>
          </ac:spMkLst>
        </pc:spChg>
        <pc:picChg chg="add mod">
          <ac:chgData name="Renan Xavier Cortes" userId="d6af805853004405" providerId="LiveId" clId="{DD4EF9CF-6574-4471-A21D-3BB24D0401B4}" dt="2026-02-27T21:01:17.032" v="1196" actId="1076"/>
          <ac:picMkLst>
            <pc:docMk/>
            <pc:sldMk cId="3093077948" sldId="296"/>
            <ac:picMk id="5" creationId="{6DB44830-E4B2-A851-0604-DA2D6D7F2880}"/>
          </ac:picMkLst>
        </pc:picChg>
        <pc:picChg chg="del">
          <ac:chgData name="Renan Xavier Cortes" userId="d6af805853004405" providerId="LiveId" clId="{DD4EF9CF-6574-4471-A21D-3BB24D0401B4}" dt="2026-02-27T21:01:12.945" v="1193" actId="478"/>
          <ac:picMkLst>
            <pc:docMk/>
            <pc:sldMk cId="3093077948" sldId="296"/>
            <ac:picMk id="6" creationId="{D1A93AB8-1653-0153-FD80-834F0B6C8F42}"/>
          </ac:picMkLst>
        </pc:picChg>
      </pc:sldChg>
      <pc:sldChg chg="addSp delSp modSp add mod">
        <pc:chgData name="Renan Xavier Cortes" userId="d6af805853004405" providerId="LiveId" clId="{DD4EF9CF-6574-4471-A21D-3BB24D0401B4}" dt="2026-02-27T21:01:45.079" v="1201" actId="1076"/>
        <pc:sldMkLst>
          <pc:docMk/>
          <pc:sldMk cId="2030436792" sldId="297"/>
        </pc:sldMkLst>
        <pc:picChg chg="add mod">
          <ac:chgData name="Renan Xavier Cortes" userId="d6af805853004405" providerId="LiveId" clId="{DD4EF9CF-6574-4471-A21D-3BB24D0401B4}" dt="2026-02-27T21:01:45.079" v="1201" actId="1076"/>
          <ac:picMkLst>
            <pc:docMk/>
            <pc:sldMk cId="2030436792" sldId="297"/>
            <ac:picMk id="5" creationId="{A1BD44B9-327D-3DEC-101B-00C70FAC01AD}"/>
          </ac:picMkLst>
        </pc:picChg>
        <pc:picChg chg="del">
          <ac:chgData name="Renan Xavier Cortes" userId="d6af805853004405" providerId="LiveId" clId="{DD4EF9CF-6574-4471-A21D-3BB24D0401B4}" dt="2026-02-27T21:01:36.832" v="1197" actId="478"/>
          <ac:picMkLst>
            <pc:docMk/>
            <pc:sldMk cId="2030436792" sldId="297"/>
            <ac:picMk id="6" creationId="{D1A93AB8-1653-0153-FD80-834F0B6C8F42}"/>
          </ac:picMkLst>
        </pc:picChg>
      </pc:sldChg>
      <pc:sldChg chg="addSp delSp modSp add mod">
        <pc:chgData name="Renan Xavier Cortes" userId="d6af805853004405" providerId="LiveId" clId="{DD4EF9CF-6574-4471-A21D-3BB24D0401B4}" dt="2026-02-27T21:02:16.527" v="1207" actId="1076"/>
        <pc:sldMkLst>
          <pc:docMk/>
          <pc:sldMk cId="3736920788" sldId="298"/>
        </pc:sldMkLst>
        <pc:picChg chg="add mod">
          <ac:chgData name="Renan Xavier Cortes" userId="d6af805853004405" providerId="LiveId" clId="{DD4EF9CF-6574-4471-A21D-3BB24D0401B4}" dt="2026-02-27T21:02:16.527" v="1207" actId="1076"/>
          <ac:picMkLst>
            <pc:docMk/>
            <pc:sldMk cId="3736920788" sldId="298"/>
            <ac:picMk id="5" creationId="{7A5411E7-3361-727B-982E-5D5631A3B2EE}"/>
          </ac:picMkLst>
        </pc:picChg>
        <pc:picChg chg="del">
          <ac:chgData name="Renan Xavier Cortes" userId="d6af805853004405" providerId="LiveId" clId="{DD4EF9CF-6574-4471-A21D-3BB24D0401B4}" dt="2026-02-27T21:02:05.512" v="1202" actId="478"/>
          <ac:picMkLst>
            <pc:docMk/>
            <pc:sldMk cId="3736920788" sldId="298"/>
            <ac:picMk id="6" creationId="{D1A93AB8-1653-0153-FD80-834F0B6C8F42}"/>
          </ac:picMkLst>
        </pc:picChg>
      </pc:sldChg>
      <pc:sldChg chg="addSp delSp modSp add mod">
        <pc:chgData name="Renan Xavier Cortes" userId="d6af805853004405" providerId="LiveId" clId="{DD4EF9CF-6574-4471-A21D-3BB24D0401B4}" dt="2026-02-27T21:03:05.155" v="1212" actId="1076"/>
        <pc:sldMkLst>
          <pc:docMk/>
          <pc:sldMk cId="892879354" sldId="299"/>
        </pc:sldMkLst>
        <pc:picChg chg="del">
          <ac:chgData name="Renan Xavier Cortes" userId="d6af805853004405" providerId="LiveId" clId="{DD4EF9CF-6574-4471-A21D-3BB24D0401B4}" dt="2026-02-27T21:03:01.104" v="1209" actId="478"/>
          <ac:picMkLst>
            <pc:docMk/>
            <pc:sldMk cId="892879354" sldId="299"/>
            <ac:picMk id="5" creationId="{7A5411E7-3361-727B-982E-5D5631A3B2EE}"/>
          </ac:picMkLst>
        </pc:picChg>
        <pc:picChg chg="add mod">
          <ac:chgData name="Renan Xavier Cortes" userId="d6af805853004405" providerId="LiveId" clId="{DD4EF9CF-6574-4471-A21D-3BB24D0401B4}" dt="2026-02-27T21:03:05.155" v="1212" actId="1076"/>
          <ac:picMkLst>
            <pc:docMk/>
            <pc:sldMk cId="892879354" sldId="299"/>
            <ac:picMk id="6" creationId="{5C503D66-04C7-892E-3185-B585981F9C10}"/>
          </ac:picMkLst>
        </pc:picChg>
      </pc:sldChg>
      <pc:sldChg chg="modSp add mod">
        <pc:chgData name="Renan Xavier Cortes" userId="d6af805853004405" providerId="LiveId" clId="{DD4EF9CF-6574-4471-A21D-3BB24D0401B4}" dt="2026-02-27T21:04:44.855" v="1266" actId="20577"/>
        <pc:sldMkLst>
          <pc:docMk/>
          <pc:sldMk cId="1335700298" sldId="300"/>
        </pc:sldMkLst>
        <pc:spChg chg="mod">
          <ac:chgData name="Renan Xavier Cortes" userId="d6af805853004405" providerId="LiveId" clId="{DD4EF9CF-6574-4471-A21D-3BB24D0401B4}" dt="2026-02-27T21:04:44.855" v="1266" actId="20577"/>
          <ac:spMkLst>
            <pc:docMk/>
            <pc:sldMk cId="1335700298" sldId="300"/>
            <ac:spMk id="8" creationId="{EAD076A6-8FA0-0EAF-3CCC-FB6DE1E6F2B9}"/>
          </ac:spMkLst>
        </pc:spChg>
        <pc:picChg chg="mod">
          <ac:chgData name="Renan Xavier Cortes" userId="d6af805853004405" providerId="LiveId" clId="{DD4EF9CF-6574-4471-A21D-3BB24D0401B4}" dt="2026-02-27T21:04:31.356" v="1264" actId="1076"/>
          <ac:picMkLst>
            <pc:docMk/>
            <pc:sldMk cId="1335700298" sldId="300"/>
            <ac:picMk id="5" creationId="{6DB44830-E4B2-A851-0604-DA2D6D7F2880}"/>
          </ac:picMkLst>
        </pc:picChg>
      </pc:sldChg>
      <pc:sldChg chg="addSp delSp modSp add mod">
        <pc:chgData name="Renan Xavier Cortes" userId="d6af805853004405" providerId="LiveId" clId="{DD4EF9CF-6574-4471-A21D-3BB24D0401B4}" dt="2026-02-28T16:45:29.022" v="1467"/>
        <pc:sldMkLst>
          <pc:docMk/>
          <pc:sldMk cId="2865553131" sldId="301"/>
        </pc:sldMkLst>
        <pc:spChg chg="add mod">
          <ac:chgData name="Renan Xavier Cortes" userId="d6af805853004405" providerId="LiveId" clId="{DD4EF9CF-6574-4471-A21D-3BB24D0401B4}" dt="2026-02-28T16:45:29.022" v="1467"/>
          <ac:spMkLst>
            <pc:docMk/>
            <pc:sldMk cId="2865553131" sldId="301"/>
            <ac:spMk id="6" creationId="{57C29B4A-0378-196D-7F95-739144F7775B}"/>
          </ac:spMkLst>
        </pc:spChg>
        <pc:spChg chg="del">
          <ac:chgData name="Renan Xavier Cortes" userId="d6af805853004405" providerId="LiveId" clId="{DD4EF9CF-6574-4471-A21D-3BB24D0401B4}" dt="2026-02-28T16:33:51.758" v="1410" actId="478"/>
          <ac:spMkLst>
            <pc:docMk/>
            <pc:sldMk cId="2865553131" sldId="301"/>
            <ac:spMk id="14" creationId="{427DBFEB-81BF-4CC3-A411-FBF43D295C56}"/>
          </ac:spMkLst>
        </pc:spChg>
        <pc:picChg chg="add mod">
          <ac:chgData name="Renan Xavier Cortes" userId="d6af805853004405" providerId="LiveId" clId="{DD4EF9CF-6574-4471-A21D-3BB24D0401B4}" dt="2026-02-28T16:45:10.437" v="1466" actId="1076"/>
          <ac:picMkLst>
            <pc:docMk/>
            <pc:sldMk cId="2865553131" sldId="301"/>
            <ac:picMk id="5" creationId="{D03034DB-9F4B-06AF-AF42-65DF6BD9CFE0}"/>
          </ac:picMkLst>
        </pc:picChg>
      </pc:sldChg>
      <pc:sldChg chg="modSp add del mod">
        <pc:chgData name="Renan Xavier Cortes" userId="d6af805853004405" providerId="LiveId" clId="{DD4EF9CF-6574-4471-A21D-3BB24D0401B4}" dt="2026-02-28T16:38:35.283" v="1458" actId="20577"/>
        <pc:sldMkLst>
          <pc:docMk/>
          <pc:sldMk cId="2623009487" sldId="302"/>
        </pc:sldMkLst>
        <pc:spChg chg="mod">
          <ac:chgData name="Renan Xavier Cortes" userId="d6af805853004405" providerId="LiveId" clId="{DD4EF9CF-6574-4471-A21D-3BB24D0401B4}" dt="2026-02-28T16:38:35.283" v="1458" actId="20577"/>
          <ac:spMkLst>
            <pc:docMk/>
            <pc:sldMk cId="2623009487" sldId="302"/>
            <ac:spMk id="8" creationId="{39AE06C5-34BE-4D68-97C3-4C07702C2DF6}"/>
          </ac:spMkLst>
        </pc:spChg>
      </pc:sldChg>
      <pc:sldChg chg="addSp delSp modSp add del mod">
        <pc:chgData name="Renan Xavier Cortes" userId="d6af805853004405" providerId="LiveId" clId="{DD4EF9CF-6574-4471-A21D-3BB24D0401B4}" dt="2026-02-28T16:38:42.021" v="1460"/>
        <pc:sldMkLst>
          <pc:docMk/>
          <pc:sldMk cId="1711838188" sldId="303"/>
        </pc:sldMkLst>
        <pc:spChg chg="add mod">
          <ac:chgData name="Renan Xavier Cortes" userId="d6af805853004405" providerId="LiveId" clId="{DD4EF9CF-6574-4471-A21D-3BB24D0401B4}" dt="2026-02-28T16:38:42.021" v="1460"/>
          <ac:spMkLst>
            <pc:docMk/>
            <pc:sldMk cId="1711838188" sldId="303"/>
            <ac:spMk id="5" creationId="{6D269458-BE02-8371-77C1-D3BAD01BB5DA}"/>
          </ac:spMkLst>
        </pc:spChg>
        <pc:spChg chg="del">
          <ac:chgData name="Renan Xavier Cortes" userId="d6af805853004405" providerId="LiveId" clId="{DD4EF9CF-6574-4471-A21D-3BB24D0401B4}" dt="2026-02-28T16:38:41.595" v="1459" actId="478"/>
          <ac:spMkLst>
            <pc:docMk/>
            <pc:sldMk cId="1711838188" sldId="303"/>
            <ac:spMk id="8" creationId="{39AE06C5-34BE-4D68-97C3-4C07702C2DF6}"/>
          </ac:spMkLst>
        </pc:spChg>
      </pc:sldChg>
      <pc:sldChg chg="addSp delSp modSp add del mod">
        <pc:chgData name="Renan Xavier Cortes" userId="d6af805853004405" providerId="LiveId" clId="{DD4EF9CF-6574-4471-A21D-3BB24D0401B4}" dt="2026-02-28T16:38:46.839" v="1462"/>
        <pc:sldMkLst>
          <pc:docMk/>
          <pc:sldMk cId="1407976470" sldId="304"/>
        </pc:sldMkLst>
        <pc:spChg chg="add mod">
          <ac:chgData name="Renan Xavier Cortes" userId="d6af805853004405" providerId="LiveId" clId="{DD4EF9CF-6574-4471-A21D-3BB24D0401B4}" dt="2026-02-28T16:38:46.839" v="1462"/>
          <ac:spMkLst>
            <pc:docMk/>
            <pc:sldMk cId="1407976470" sldId="304"/>
            <ac:spMk id="4" creationId="{1660B55B-DE16-0845-8775-772264665BFC}"/>
          </ac:spMkLst>
        </pc:spChg>
        <pc:spChg chg="del">
          <ac:chgData name="Renan Xavier Cortes" userId="d6af805853004405" providerId="LiveId" clId="{DD4EF9CF-6574-4471-A21D-3BB24D0401B4}" dt="2026-02-28T16:38:46.491" v="1461" actId="478"/>
          <ac:spMkLst>
            <pc:docMk/>
            <pc:sldMk cId="1407976470" sldId="304"/>
            <ac:spMk id="8" creationId="{39AE06C5-34BE-4D68-97C3-4C07702C2D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3F8303-3E6A-4B9A-B114-90BC24763552}" type="datetimeFigureOut">
              <a:rPr lang="pt-BR" smtClean="0"/>
              <a:t>28/07/2026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C88D93-34D3-419D-AEF5-A26FFAFED389}" type="slidenum">
              <a:rPr lang="pt-BR" smtClean="0"/>
              <a:t>‹nº›</a:t>
            </a:fld>
            <a:endParaRPr lang="pt-BR"/>
          </a:p>
        </p:txBody>
      </p:sp>
    </p:spTree>
    <p:extLst>
      <p:ext uri="{BB962C8B-B14F-4D97-AF65-F5344CB8AC3E}">
        <p14:creationId xmlns:p14="http://schemas.microsoft.com/office/powerpoint/2010/main" val="1031848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a:t>
            </a:fld>
            <a:endParaRPr lang="pt-BR"/>
          </a:p>
        </p:txBody>
      </p:sp>
    </p:spTree>
    <p:extLst>
      <p:ext uri="{BB962C8B-B14F-4D97-AF65-F5344CB8AC3E}">
        <p14:creationId xmlns:p14="http://schemas.microsoft.com/office/powerpoint/2010/main" val="9532140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3</a:t>
            </a:fld>
            <a:endParaRPr lang="pt-BR"/>
          </a:p>
        </p:txBody>
      </p:sp>
    </p:spTree>
    <p:extLst>
      <p:ext uri="{BB962C8B-B14F-4D97-AF65-F5344CB8AC3E}">
        <p14:creationId xmlns:p14="http://schemas.microsoft.com/office/powerpoint/2010/main" val="3780266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4</a:t>
            </a:fld>
            <a:endParaRPr lang="pt-BR"/>
          </a:p>
        </p:txBody>
      </p:sp>
    </p:spTree>
    <p:extLst>
      <p:ext uri="{BB962C8B-B14F-4D97-AF65-F5344CB8AC3E}">
        <p14:creationId xmlns:p14="http://schemas.microsoft.com/office/powerpoint/2010/main" val="39334695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5</a:t>
            </a:fld>
            <a:endParaRPr lang="pt-BR"/>
          </a:p>
        </p:txBody>
      </p:sp>
    </p:spTree>
    <p:extLst>
      <p:ext uri="{BB962C8B-B14F-4D97-AF65-F5344CB8AC3E}">
        <p14:creationId xmlns:p14="http://schemas.microsoft.com/office/powerpoint/2010/main" val="3426726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6</a:t>
            </a:fld>
            <a:endParaRPr lang="pt-BR"/>
          </a:p>
        </p:txBody>
      </p:sp>
    </p:spTree>
    <p:extLst>
      <p:ext uri="{BB962C8B-B14F-4D97-AF65-F5344CB8AC3E}">
        <p14:creationId xmlns:p14="http://schemas.microsoft.com/office/powerpoint/2010/main" val="40396018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7</a:t>
            </a:fld>
            <a:endParaRPr lang="pt-BR"/>
          </a:p>
        </p:txBody>
      </p:sp>
    </p:spTree>
    <p:extLst>
      <p:ext uri="{BB962C8B-B14F-4D97-AF65-F5344CB8AC3E}">
        <p14:creationId xmlns:p14="http://schemas.microsoft.com/office/powerpoint/2010/main" val="26103373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8</a:t>
            </a:fld>
            <a:endParaRPr lang="pt-BR"/>
          </a:p>
        </p:txBody>
      </p:sp>
    </p:spTree>
    <p:extLst>
      <p:ext uri="{BB962C8B-B14F-4D97-AF65-F5344CB8AC3E}">
        <p14:creationId xmlns:p14="http://schemas.microsoft.com/office/powerpoint/2010/main" val="283582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9</a:t>
            </a:fld>
            <a:endParaRPr lang="pt-BR"/>
          </a:p>
        </p:txBody>
      </p:sp>
    </p:spTree>
    <p:extLst>
      <p:ext uri="{BB962C8B-B14F-4D97-AF65-F5344CB8AC3E}">
        <p14:creationId xmlns:p14="http://schemas.microsoft.com/office/powerpoint/2010/main" val="2475895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10</a:t>
            </a:fld>
            <a:endParaRPr lang="pt-BR"/>
          </a:p>
        </p:txBody>
      </p:sp>
    </p:spTree>
    <p:extLst>
      <p:ext uri="{BB962C8B-B14F-4D97-AF65-F5344CB8AC3E}">
        <p14:creationId xmlns:p14="http://schemas.microsoft.com/office/powerpoint/2010/main" val="2745958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11</a:t>
            </a:fld>
            <a:endParaRPr lang="pt-BR"/>
          </a:p>
        </p:txBody>
      </p:sp>
    </p:spTree>
    <p:extLst>
      <p:ext uri="{BB962C8B-B14F-4D97-AF65-F5344CB8AC3E}">
        <p14:creationId xmlns:p14="http://schemas.microsoft.com/office/powerpoint/2010/main" val="32294918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12</a:t>
            </a:fld>
            <a:endParaRPr lang="pt-BR"/>
          </a:p>
        </p:txBody>
      </p:sp>
    </p:spTree>
    <p:extLst>
      <p:ext uri="{BB962C8B-B14F-4D97-AF65-F5344CB8AC3E}">
        <p14:creationId xmlns:p14="http://schemas.microsoft.com/office/powerpoint/2010/main" val="9264323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9A2F1A-6080-4971-A33A-95DF4E2C108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AC7BBF8-A856-4691-86E9-61C95CD783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CDFDF215-E0F5-4E53-AFCC-DD74CE9480CD}"/>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72EECCCF-D57C-4E63-90AC-F37211C0B241}"/>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0CD0B4D-A53B-4ED2-9A41-D4FC84279095}"/>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81475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AB0EEA-4F78-4E38-9ED2-DD5AF75506FC}"/>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42B7117B-6FD5-4FBE-9BE2-CB00353D1E50}"/>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FC21908-9106-40EE-9D59-7FE2DEE7B3E1}"/>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FE890C1E-550B-4128-A365-102682BCFA8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E3C078F-A828-40D5-A573-CA8EDC845361}"/>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45474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13BA94-E44D-4113-AB97-76F7ABA1083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7903A6-EF30-44F9-88BA-82E7E926C0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96D12E0A-92EE-4787-8D04-1615ACA0D5F3}"/>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16E9A5D4-A7CD-4E3F-AE31-CA24C20CDB25}"/>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C2A0D66-07D3-4854-B32E-832F2E21839D}"/>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901271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05934C-0EDE-4057-BE6C-235C6077CFB6}"/>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79C426AF-CEA6-4BDE-96F1-3CF3A57A82E6}"/>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F0770036-7E06-441B-9252-F2808F5CD6EB}"/>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8526713C-5551-4039-BBDD-7AAB6A604090}"/>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BE64C2AE-FE0D-4A45-AD21-6FCABBCF52F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1F31E159-EE6F-4E08-A5B9-CD9707D5A74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50899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364D24-94F1-4728-81BD-3B6331D4978C}"/>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FE0AED82-79E6-4099-8FF4-42649D89DA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7B98FE2C-3ABE-4031-9129-CF7C9F7EFE60}"/>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06113761-E86A-43EA-A9A3-750006308C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CEE22E0D-C9AF-4309-8053-9249474CD466}"/>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E43D3C56-41B0-422A-A943-B4EA7F9D3AA5}"/>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8" name="Espaço Reservado para Rodapé 7">
            <a:extLst>
              <a:ext uri="{FF2B5EF4-FFF2-40B4-BE49-F238E27FC236}">
                <a16:creationId xmlns:a16="http://schemas.microsoft.com/office/drawing/2014/main" id="{0C26DBC2-3AB1-49A5-8631-0CB38290FA52}"/>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25F1EEBF-72E9-480C-B6A8-3609ADF1D26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851765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97093A-EACA-4917-B9E7-FECB3B6F8B4C}"/>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6E60EE8-DBED-4911-90A1-50437C0912AE}"/>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4" name="Espaço Reservado para Rodapé 3">
            <a:extLst>
              <a:ext uri="{FF2B5EF4-FFF2-40B4-BE49-F238E27FC236}">
                <a16:creationId xmlns:a16="http://schemas.microsoft.com/office/drawing/2014/main" id="{9F8ECA24-10A4-4B51-B723-02B8B1DBA1AB}"/>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B8F9ADD-BBF7-41C6-A202-5B264A42D45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6392475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C513048-08F8-4883-9EA5-1E7B6CCB3581}"/>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3" name="Espaço Reservado para Rodapé 2">
            <a:extLst>
              <a:ext uri="{FF2B5EF4-FFF2-40B4-BE49-F238E27FC236}">
                <a16:creationId xmlns:a16="http://schemas.microsoft.com/office/drawing/2014/main" id="{0C5399C3-67BB-4737-8C27-29F84E03B534}"/>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0DB27110-BB70-4555-BBAC-6ACBE33F85B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115101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99EFBA-78F4-450C-92DB-9201AD1D8D5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25C31438-A0E9-47F4-837F-1A6FDF8B3A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31E379A0-52DC-45C9-A2AE-71834F8A8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8BAE1890-0E67-4F76-8EFC-E9CA29D7FB5F}"/>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FB847BF3-0E6B-47A4-8A7F-1AAFE8DB2BB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0BCAFA31-F597-4185-A24F-BB0C97C8648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649400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B7317-23BB-4E76-825A-3673A7017A0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8043038B-B844-4BDD-8294-B4014D052C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EFF181FB-BAE0-425C-9A4E-B829AEC2C0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36A63716-0CEB-4049-86D9-B070FB9D6187}"/>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6" name="Espaço Reservado para Rodapé 5">
            <a:extLst>
              <a:ext uri="{FF2B5EF4-FFF2-40B4-BE49-F238E27FC236}">
                <a16:creationId xmlns:a16="http://schemas.microsoft.com/office/drawing/2014/main" id="{FE949B01-B8E0-4DDC-9830-7F85F3E957F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7A52E4E6-64E5-45E0-91BC-5ACF099872D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056674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70216F-B8DE-46CC-96B5-D27A51CC6BB7}"/>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CF2720DD-91FF-4D7E-9FFA-BC396519BAC9}"/>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DDBDF20-FCA5-4827-B32B-BF615E94F93E}"/>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2D82B8FE-20B3-4543-BF01-B49FDA7BB0A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F9FD039-C296-45D4-B0F9-9D693ACDFC59}"/>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164758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060417A-1345-44E5-9494-1F390040F1B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DEE643A3-BCAB-4E6B-B54F-CFF16EC5E1E5}"/>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84B49B7-665F-4BDD-A62C-828FCF54E976}"/>
              </a:ext>
            </a:extLst>
          </p:cNvPr>
          <p:cNvSpPr>
            <a:spLocks noGrp="1"/>
          </p:cNvSpPr>
          <p:nvPr>
            <p:ph type="dt" sz="half" idx="10"/>
          </p:nvPr>
        </p:nvSpPr>
        <p:spPr/>
        <p:txBody>
          <a:body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E0D7CB32-49A2-409E-AC2E-CAAD16A581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8D66B1A-67AB-47F4-A2BF-62E81C6F2B2E}"/>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817103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3D1743C5-3550-4161-8C2E-999F18D2BC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28512811-F0AC-47D3-A496-FF7F3F32E8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C5DA4EB-2FEF-438C-8FB9-E48B1F950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1CE400-4242-4B09-9036-D13CC6199FDE}" type="datetimeFigureOut">
              <a:rPr lang="pt-BR" smtClean="0"/>
              <a:t>28/07/2026</a:t>
            </a:fld>
            <a:endParaRPr lang="pt-BR"/>
          </a:p>
        </p:txBody>
      </p:sp>
      <p:sp>
        <p:nvSpPr>
          <p:cNvPr id="5" name="Espaço Reservado para Rodapé 4">
            <a:extLst>
              <a:ext uri="{FF2B5EF4-FFF2-40B4-BE49-F238E27FC236}">
                <a16:creationId xmlns:a16="http://schemas.microsoft.com/office/drawing/2014/main" id="{846CDAF4-4CC6-4E3B-B309-E38CAC19A4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2AEC0242-51F6-4031-8024-8A8EE0CB48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4934F0-2ECC-450F-858C-77C3308FCECB}" type="slidenum">
              <a:rPr lang="pt-BR" smtClean="0"/>
              <a:t>‹nº›</a:t>
            </a:fld>
            <a:endParaRPr lang="pt-BR"/>
          </a:p>
        </p:txBody>
      </p:sp>
    </p:spTree>
    <p:extLst>
      <p:ext uri="{BB962C8B-B14F-4D97-AF65-F5344CB8AC3E}">
        <p14:creationId xmlns:p14="http://schemas.microsoft.com/office/powerpoint/2010/main" val="789927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jpe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2.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png"/><Relationship Id="rId4" Type="http://schemas.openxmlformats.org/officeDocument/2006/relationships/image" Target="../media/image1.jpe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AB02-4578-42EC-A9FB-F4446897095D}"/>
              </a:ext>
            </a:extLst>
          </p:cNvPr>
          <p:cNvSpPr>
            <a:spLocks noGrp="1"/>
          </p:cNvSpPr>
          <p:nvPr>
            <p:ph type="ctrTitle"/>
          </p:nvPr>
        </p:nvSpPr>
        <p:spPr>
          <a:xfrm>
            <a:off x="194872" y="492875"/>
            <a:ext cx="11802256" cy="2387600"/>
          </a:xfrm>
        </p:spPr>
        <p:txBody>
          <a:bodyPr>
            <a:noAutofit/>
          </a:bodyPr>
          <a:lstStyle/>
          <a:p>
            <a:r>
              <a:rPr lang="en-US" sz="4000" b="1" dirty="0">
                <a:solidFill>
                  <a:srgbClr val="002060"/>
                </a:solidFill>
                <a:latin typeface="Arial Nova" panose="020B0604020202020204" pitchFamily="34" charset="0"/>
                <a:cs typeface="Aparajita" panose="020B0502040204020203" pitchFamily="18" charset="0"/>
              </a:rPr>
              <a:t>A Framework for Aspatial and Spatial Residential Segregation Measures: The </a:t>
            </a:r>
            <a:br>
              <a:rPr lang="en-US" sz="4000" b="1" dirty="0">
                <a:solidFill>
                  <a:srgbClr val="002060"/>
                </a:solidFill>
                <a:latin typeface="Arial Nova" panose="020B0604020202020204" pitchFamily="34" charset="0"/>
                <a:cs typeface="Aparajita" panose="020B0502040204020203" pitchFamily="18" charset="0"/>
              </a:rPr>
            </a:br>
            <a:r>
              <a:rPr lang="en-US" sz="4000" b="1" dirty="0" err="1">
                <a:solidFill>
                  <a:srgbClr val="002060"/>
                </a:solidFill>
                <a:latin typeface="Arial Nova" panose="020B0604020202020204" pitchFamily="34" charset="0"/>
                <a:cs typeface="Aparajita" panose="020B0502040204020203" pitchFamily="18" charset="0"/>
              </a:rPr>
              <a:t>PySAL</a:t>
            </a:r>
            <a:r>
              <a:rPr lang="en-US" sz="4000" b="1" dirty="0">
                <a:solidFill>
                  <a:srgbClr val="002060"/>
                </a:solidFill>
                <a:latin typeface="Arial Nova" panose="020B0604020202020204" pitchFamily="34" charset="0"/>
                <a:cs typeface="Aparajita" panose="020B0502040204020203" pitchFamily="18" charset="0"/>
              </a:rPr>
              <a:t> </a:t>
            </a:r>
            <a:r>
              <a:rPr lang="en-US" sz="4000" b="1" dirty="0">
                <a:solidFill>
                  <a:srgbClr val="002060"/>
                </a:solidFill>
                <a:latin typeface="Courier New" panose="02070309020205020404" pitchFamily="49" charset="0"/>
                <a:cs typeface="Courier New" panose="02070309020205020404" pitchFamily="49" charset="0"/>
              </a:rPr>
              <a:t>segregation</a:t>
            </a:r>
            <a:r>
              <a:rPr lang="en-US" sz="4000" b="1" dirty="0">
                <a:solidFill>
                  <a:srgbClr val="002060"/>
                </a:solidFill>
                <a:latin typeface="Arial Nova" panose="020B0604020202020204" pitchFamily="34" charset="0"/>
                <a:cs typeface="Aparajita" panose="020B0502040204020203" pitchFamily="18" charset="0"/>
              </a:rPr>
              <a:t> Module with Evidence from Brazil</a:t>
            </a:r>
            <a:endParaRPr lang="pt-BR" sz="4000" b="1" dirty="0">
              <a:solidFill>
                <a:srgbClr val="002060"/>
              </a:solidFill>
              <a:latin typeface="Arial Nova" panose="020B0604020202020204" pitchFamily="34" charset="0"/>
              <a:cs typeface="Aparajita" panose="020B0502040204020203" pitchFamily="18" charset="0"/>
            </a:endParaRPr>
          </a:p>
        </p:txBody>
      </p:sp>
      <p:sp>
        <p:nvSpPr>
          <p:cNvPr id="3" name="Subtítulo 2">
            <a:extLst>
              <a:ext uri="{FF2B5EF4-FFF2-40B4-BE49-F238E27FC236}">
                <a16:creationId xmlns:a16="http://schemas.microsoft.com/office/drawing/2014/main" id="{E24682F1-DCA0-4D32-9C18-17426E59B203}"/>
              </a:ext>
            </a:extLst>
          </p:cNvPr>
          <p:cNvSpPr>
            <a:spLocks noGrp="1"/>
          </p:cNvSpPr>
          <p:nvPr>
            <p:ph type="subTitle" idx="1"/>
          </p:nvPr>
        </p:nvSpPr>
        <p:spPr>
          <a:xfrm>
            <a:off x="1658599" y="3149645"/>
            <a:ext cx="9144000" cy="1655762"/>
          </a:xfrm>
        </p:spPr>
        <p:txBody>
          <a:bodyPr/>
          <a:lstStyle/>
          <a:p>
            <a:r>
              <a:rPr lang="pt-BR" b="1" dirty="0">
                <a:solidFill>
                  <a:schemeClr val="accent5">
                    <a:lumMod val="50000"/>
                  </a:schemeClr>
                </a:solidFill>
              </a:rPr>
              <a:t>Prof. Renan Xavier Cortes</a:t>
            </a:r>
          </a:p>
        </p:txBody>
      </p:sp>
      <p:pic>
        <p:nvPicPr>
          <p:cNvPr id="6" name="Picture 2" descr="UFRGS na Serra | Visão de futuro e coragem para inovar">
            <a:extLst>
              <a:ext uri="{FF2B5EF4-FFF2-40B4-BE49-F238E27FC236}">
                <a16:creationId xmlns:a16="http://schemas.microsoft.com/office/drawing/2014/main" id="{4A7AADD9-77E1-D9FD-8C50-C80FC3FC39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F6889B0-5ADD-C328-CACF-DD27112D44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INAPE – 26º Simpósio Nacional de Probabilidade e Estatística">
            <a:extLst>
              <a:ext uri="{FF2B5EF4-FFF2-40B4-BE49-F238E27FC236}">
                <a16:creationId xmlns:a16="http://schemas.microsoft.com/office/drawing/2014/main" id="{E072603B-F6C5-40BC-B2C5-3D9D8C1B2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74447" y="4649771"/>
            <a:ext cx="3243105" cy="1918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773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4992181"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9D5B7EEA-4FBA-5971-44CC-1B7B2FCC10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0807" y="1154334"/>
            <a:ext cx="4515005" cy="30053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F792EFCE-7FEE-FF02-7A52-C166DDED6E6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38310" y="4277512"/>
            <a:ext cx="3475760" cy="258048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9BB43C93-7ECB-C6D4-A370-52512115E2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25440" y="1154334"/>
            <a:ext cx="4894535" cy="3263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9719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Racial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Tag Linha do tempo segregação racial - Ensinar História - Joelza Ester  Domingues">
            <a:extLst>
              <a:ext uri="{FF2B5EF4-FFF2-40B4-BE49-F238E27FC236}">
                <a16:creationId xmlns:a16="http://schemas.microsoft.com/office/drawing/2014/main" id="{E5443793-4CA4-53E4-2831-0920A47619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10944" y="1313513"/>
            <a:ext cx="5156375" cy="289871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E7F21CCF-EB09-52B0-5FAF-A848937EBB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81726" y="1154334"/>
            <a:ext cx="4272360" cy="355510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Segregação Racial, o que é? Definição, história e segregação no Brasil">
            <a:extLst>
              <a:ext uri="{FF2B5EF4-FFF2-40B4-BE49-F238E27FC236}">
                <a16:creationId xmlns:a16="http://schemas.microsoft.com/office/drawing/2014/main" id="{07218079-F89C-E991-06DE-DC2D34E21F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79758" y="4386653"/>
            <a:ext cx="3524596" cy="2471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5281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Residential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in </a:t>
            </a:r>
            <a:r>
              <a:rPr lang="pt-BR" sz="3600" b="1" dirty="0" err="1">
                <a:solidFill>
                  <a:srgbClr val="002060"/>
                </a:solidFill>
                <a:latin typeface="Cambria" panose="02040503050406030204" pitchFamily="18" charset="0"/>
                <a:ea typeface="Cambria" panose="02040503050406030204" pitchFamily="18" charset="0"/>
              </a:rPr>
              <a:t>Brazil</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FE83AA58-6164-2FB1-28B1-9C9265344F39}"/>
              </a:ext>
            </a:extLst>
          </p:cNvPr>
          <p:cNvSpPr txBox="1"/>
          <p:nvPr/>
        </p:nvSpPr>
        <p:spPr>
          <a:xfrm>
            <a:off x="921667" y="1765558"/>
            <a:ext cx="10348666" cy="3785652"/>
          </a:xfrm>
          <a:prstGeom prst="rect">
            <a:avLst/>
          </a:prstGeom>
          <a:noFill/>
        </p:spPr>
        <p:txBody>
          <a:bodyPr wrap="square">
            <a:spAutoFit/>
          </a:bodyPr>
          <a:lstStyle/>
          <a:p>
            <a:pPr marL="285750" indent="-285750">
              <a:buFont typeface="Wingdings" panose="05000000000000000000" pitchFamily="2" charset="2"/>
              <a:buChar char="Ø"/>
            </a:pPr>
            <a:r>
              <a:rPr lang="en-US" sz="2400" b="1" dirty="0"/>
              <a:t>In 2022, 87% of Brazil's population lived in urban areas (IBGE, 2024).</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Brazilian cities with higher levels of income inequality tend to be more segregated. For example, nine of the ten most segregated cities in Brazil are located in the Northeast—the region with the highest levels of poverty and income inequality (Sousa Filho et al., 2022).</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Racial segregation in Brazil is more pronounced in cities in the South and Southeast, primarily affecting the self-identified Black population (Souza Filho et al., 2023).</a:t>
            </a:r>
          </a:p>
        </p:txBody>
      </p:sp>
    </p:spTree>
    <p:extLst>
      <p:ext uri="{BB962C8B-B14F-4D97-AF65-F5344CB8AC3E}">
        <p14:creationId xmlns:p14="http://schemas.microsoft.com/office/powerpoint/2010/main" val="13204098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Dimensions</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of</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4" name="Elipse 3">
            <a:extLst>
              <a:ext uri="{FF2B5EF4-FFF2-40B4-BE49-F238E27FC236}">
                <a16:creationId xmlns:a16="http://schemas.microsoft.com/office/drawing/2014/main" id="{21D82BED-8320-C545-BE1D-1E8D91773FC1}"/>
              </a:ext>
            </a:extLst>
          </p:cNvPr>
          <p:cNvSpPr/>
          <p:nvPr/>
        </p:nvSpPr>
        <p:spPr>
          <a:xfrm>
            <a:off x="4234721" y="3024265"/>
            <a:ext cx="3722557" cy="1443588"/>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3600" b="1" dirty="0" err="1">
                <a:solidFill>
                  <a:schemeClr val="tx1"/>
                </a:solidFill>
              </a:rPr>
              <a:t>Segregation</a:t>
            </a:r>
            <a:endParaRPr lang="pt-BR" sz="3600" b="1" dirty="0">
              <a:solidFill>
                <a:schemeClr val="tx1"/>
              </a:solidFill>
            </a:endParaRPr>
          </a:p>
        </p:txBody>
      </p:sp>
      <p:sp>
        <p:nvSpPr>
          <p:cNvPr id="5" name="CaixaDeTexto 4">
            <a:extLst>
              <a:ext uri="{FF2B5EF4-FFF2-40B4-BE49-F238E27FC236}">
                <a16:creationId xmlns:a16="http://schemas.microsoft.com/office/drawing/2014/main" id="{85E039A4-6C32-70DC-25A5-72DF2282B772}"/>
              </a:ext>
            </a:extLst>
          </p:cNvPr>
          <p:cNvSpPr txBox="1"/>
          <p:nvPr/>
        </p:nvSpPr>
        <p:spPr>
          <a:xfrm>
            <a:off x="1543987" y="175668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Isolation</a:t>
            </a:r>
            <a:endParaRPr lang="pt-BR" sz="3600" b="1" dirty="0"/>
          </a:p>
        </p:txBody>
      </p:sp>
      <p:sp>
        <p:nvSpPr>
          <p:cNvPr id="6" name="Seta: para a Direita 5">
            <a:extLst>
              <a:ext uri="{FF2B5EF4-FFF2-40B4-BE49-F238E27FC236}">
                <a16:creationId xmlns:a16="http://schemas.microsoft.com/office/drawing/2014/main" id="{B892EE26-0CA2-5C09-36AC-B532D67CEDAF}"/>
              </a:ext>
            </a:extLst>
          </p:cNvPr>
          <p:cNvSpPr/>
          <p:nvPr/>
        </p:nvSpPr>
        <p:spPr>
          <a:xfrm rot="2371195">
            <a:off x="3850268"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3616F127-7CF9-250F-9CC2-6421B11A7535}"/>
              </a:ext>
            </a:extLst>
          </p:cNvPr>
          <p:cNvSpPr txBox="1"/>
          <p:nvPr/>
        </p:nvSpPr>
        <p:spPr>
          <a:xfrm>
            <a:off x="4999453" y="126997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Evenness</a:t>
            </a:r>
            <a:endParaRPr lang="pt-BR" sz="3600" b="1" dirty="0"/>
          </a:p>
        </p:txBody>
      </p:sp>
      <p:sp>
        <p:nvSpPr>
          <p:cNvPr id="10" name="Seta: para a Direita 9">
            <a:extLst>
              <a:ext uri="{FF2B5EF4-FFF2-40B4-BE49-F238E27FC236}">
                <a16:creationId xmlns:a16="http://schemas.microsoft.com/office/drawing/2014/main" id="{2E284EFD-83DE-19D8-3D0D-D0E45E6B2E36}"/>
              </a:ext>
            </a:extLst>
          </p:cNvPr>
          <p:cNvSpPr/>
          <p:nvPr/>
        </p:nvSpPr>
        <p:spPr>
          <a:xfrm rot="5400000">
            <a:off x="5728550" y="2166501"/>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CaixaDeTexto 10">
            <a:extLst>
              <a:ext uri="{FF2B5EF4-FFF2-40B4-BE49-F238E27FC236}">
                <a16:creationId xmlns:a16="http://schemas.microsoft.com/office/drawing/2014/main" id="{1B6C3B45-E5FF-3683-9D01-713303640183}"/>
              </a:ext>
            </a:extLst>
          </p:cNvPr>
          <p:cNvSpPr txBox="1"/>
          <p:nvPr/>
        </p:nvSpPr>
        <p:spPr>
          <a:xfrm>
            <a:off x="8589747" y="1546456"/>
            <a:ext cx="2983043" cy="646331"/>
          </a:xfrm>
          <a:prstGeom prst="rect">
            <a:avLst/>
          </a:prstGeom>
          <a:solidFill>
            <a:srgbClr val="FFC000"/>
          </a:solidFill>
          <a:ln>
            <a:solidFill>
              <a:schemeClr val="tx1"/>
            </a:solidFill>
          </a:ln>
        </p:spPr>
        <p:txBody>
          <a:bodyPr wrap="square" rtlCol="0">
            <a:spAutoFit/>
          </a:bodyPr>
          <a:lstStyle/>
          <a:p>
            <a:pPr algn="ctr"/>
            <a:r>
              <a:rPr lang="pt-BR" sz="3600" b="1" dirty="0" err="1"/>
              <a:t>Centralization</a:t>
            </a:r>
            <a:endParaRPr lang="pt-BR" sz="3600" b="1" dirty="0"/>
          </a:p>
        </p:txBody>
      </p:sp>
      <p:sp>
        <p:nvSpPr>
          <p:cNvPr id="12" name="Seta: para a Direita 11">
            <a:extLst>
              <a:ext uri="{FF2B5EF4-FFF2-40B4-BE49-F238E27FC236}">
                <a16:creationId xmlns:a16="http://schemas.microsoft.com/office/drawing/2014/main" id="{FB7D6D3F-9A8B-A5EE-4330-3652C93CFDA6}"/>
              </a:ext>
            </a:extLst>
          </p:cNvPr>
          <p:cNvSpPr/>
          <p:nvPr/>
        </p:nvSpPr>
        <p:spPr>
          <a:xfrm rot="7814717">
            <a:off x="7596381"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CaixaDeTexto 12">
            <a:extLst>
              <a:ext uri="{FF2B5EF4-FFF2-40B4-BE49-F238E27FC236}">
                <a16:creationId xmlns:a16="http://schemas.microsoft.com/office/drawing/2014/main" id="{11000196-6D56-4681-3D0D-157AF16A746D}"/>
              </a:ext>
            </a:extLst>
          </p:cNvPr>
          <p:cNvSpPr txBox="1"/>
          <p:nvPr/>
        </p:nvSpPr>
        <p:spPr>
          <a:xfrm>
            <a:off x="1960367" y="5418248"/>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Clustering</a:t>
            </a:r>
            <a:endParaRPr lang="pt-BR" sz="3600" b="1" dirty="0"/>
          </a:p>
        </p:txBody>
      </p:sp>
      <p:sp>
        <p:nvSpPr>
          <p:cNvPr id="14" name="Seta: para a Direita 13">
            <a:extLst>
              <a:ext uri="{FF2B5EF4-FFF2-40B4-BE49-F238E27FC236}">
                <a16:creationId xmlns:a16="http://schemas.microsoft.com/office/drawing/2014/main" id="{CF61FA98-AC95-EB87-E0D0-486E36A93F04}"/>
              </a:ext>
            </a:extLst>
          </p:cNvPr>
          <p:cNvSpPr/>
          <p:nvPr/>
        </p:nvSpPr>
        <p:spPr>
          <a:xfrm rot="18561152">
            <a:off x="4059920" y="4438907"/>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AA83375-D6A2-FA09-8755-6C91ABB0339E}"/>
              </a:ext>
            </a:extLst>
          </p:cNvPr>
          <p:cNvSpPr txBox="1"/>
          <p:nvPr/>
        </p:nvSpPr>
        <p:spPr>
          <a:xfrm>
            <a:off x="7483284" y="5418249"/>
            <a:ext cx="3149597" cy="646331"/>
          </a:xfrm>
          <a:prstGeom prst="rect">
            <a:avLst/>
          </a:prstGeom>
          <a:solidFill>
            <a:srgbClr val="FFC000"/>
          </a:solidFill>
          <a:ln>
            <a:solidFill>
              <a:schemeClr val="tx1"/>
            </a:solidFill>
          </a:ln>
        </p:spPr>
        <p:txBody>
          <a:bodyPr wrap="square" rtlCol="0">
            <a:spAutoFit/>
          </a:bodyPr>
          <a:lstStyle/>
          <a:p>
            <a:pPr algn="ctr"/>
            <a:r>
              <a:rPr lang="pt-BR" sz="3600" b="1" dirty="0" err="1"/>
              <a:t>Concentration</a:t>
            </a:r>
            <a:endParaRPr lang="pt-BR" sz="3600" b="1" dirty="0"/>
          </a:p>
        </p:txBody>
      </p:sp>
      <p:sp>
        <p:nvSpPr>
          <p:cNvPr id="16" name="Seta: para a Direita 15">
            <a:extLst>
              <a:ext uri="{FF2B5EF4-FFF2-40B4-BE49-F238E27FC236}">
                <a16:creationId xmlns:a16="http://schemas.microsoft.com/office/drawing/2014/main" id="{F77262A5-F44F-2BCC-AB35-78A9DE233C59}"/>
              </a:ext>
            </a:extLst>
          </p:cNvPr>
          <p:cNvSpPr/>
          <p:nvPr/>
        </p:nvSpPr>
        <p:spPr>
          <a:xfrm rot="13795384">
            <a:off x="7208034" y="4443626"/>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aixaDeTexto 16">
            <a:extLst>
              <a:ext uri="{FF2B5EF4-FFF2-40B4-BE49-F238E27FC236}">
                <a16:creationId xmlns:a16="http://schemas.microsoft.com/office/drawing/2014/main" id="{E5B0E5C5-B3C9-E030-FF4B-4BF2139E66A8}"/>
              </a:ext>
            </a:extLst>
          </p:cNvPr>
          <p:cNvSpPr txBox="1"/>
          <p:nvPr/>
        </p:nvSpPr>
        <p:spPr>
          <a:xfrm>
            <a:off x="8919614" y="3021885"/>
            <a:ext cx="2514708" cy="1384995"/>
          </a:xfrm>
          <a:prstGeom prst="rect">
            <a:avLst/>
          </a:prstGeom>
          <a:solidFill>
            <a:schemeClr val="accent1">
              <a:lumMod val="40000"/>
              <a:lumOff val="60000"/>
            </a:schemeClr>
          </a:solidFill>
          <a:ln>
            <a:solidFill>
              <a:schemeClr val="tx1"/>
            </a:solidFill>
          </a:ln>
        </p:spPr>
        <p:txBody>
          <a:bodyPr wrap="square" rtlCol="0">
            <a:spAutoFit/>
          </a:bodyPr>
          <a:lstStyle/>
          <a:p>
            <a:pPr algn="ctr"/>
            <a:r>
              <a:rPr lang="pt-BR" sz="2800" b="1" dirty="0"/>
              <a:t>Indexes </a:t>
            </a:r>
            <a:r>
              <a:rPr lang="pt-BR" sz="2800" b="1" dirty="0" err="1"/>
              <a:t>can</a:t>
            </a:r>
            <a:r>
              <a:rPr lang="pt-BR" sz="2800" b="1" dirty="0"/>
              <a:t> </a:t>
            </a:r>
            <a:r>
              <a:rPr lang="pt-BR" sz="2800" b="1" dirty="0" err="1"/>
              <a:t>be</a:t>
            </a:r>
            <a:r>
              <a:rPr lang="pt-BR" sz="2800" b="1" dirty="0"/>
              <a:t> </a:t>
            </a:r>
            <a:r>
              <a:rPr lang="pt-BR" sz="2800" b="1" dirty="0" err="1"/>
              <a:t>Aspatial</a:t>
            </a:r>
            <a:r>
              <a:rPr lang="pt-BR" sz="2800" b="1" dirty="0"/>
              <a:t> </a:t>
            </a:r>
            <a:r>
              <a:rPr lang="pt-BR" sz="2800" b="1" dirty="0" err="1"/>
              <a:t>or</a:t>
            </a:r>
            <a:r>
              <a:rPr lang="pt-BR" sz="2800" b="1" dirty="0"/>
              <a:t> </a:t>
            </a:r>
            <a:r>
              <a:rPr lang="pt-BR" sz="2800" b="1" dirty="0" err="1"/>
              <a:t>Spatial</a:t>
            </a:r>
            <a:r>
              <a:rPr lang="pt-BR" sz="2800" b="1" dirty="0"/>
              <a:t> </a:t>
            </a:r>
          </a:p>
        </p:txBody>
      </p:sp>
    </p:spTree>
    <p:extLst>
      <p:ext uri="{BB962C8B-B14F-4D97-AF65-F5344CB8AC3E}">
        <p14:creationId xmlns:p14="http://schemas.microsoft.com/office/powerpoint/2010/main" val="2320713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
                                          </p:val>
                                        </p:tav>
                                        <p:tav tm="100000">
                                          <p:val>
                                            <p:strVal val="#ppt_x"/>
                                          </p:val>
                                        </p:tav>
                                      </p:tavLst>
                                    </p:anim>
                                    <p:anim calcmode="lin" valueType="num">
                                      <p:cBhvr>
                                        <p:cTn id="24" dur="1000" fill="hold"/>
                                        <p:tgtEl>
                                          <p:spTgt spid="10"/>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anim calcmode="lin" valueType="num">
                                      <p:cBhvr>
                                        <p:cTn id="33" dur="1000" fill="hold"/>
                                        <p:tgtEl>
                                          <p:spTgt spid="12"/>
                                        </p:tgtEl>
                                        <p:attrNameLst>
                                          <p:attrName>ppt_x</p:attrName>
                                        </p:attrNameLst>
                                      </p:cBhvr>
                                      <p:tavLst>
                                        <p:tav tm="0">
                                          <p:val>
                                            <p:strVal val="#ppt_x"/>
                                          </p:val>
                                        </p:tav>
                                        <p:tav tm="100000">
                                          <p:val>
                                            <p:strVal val="#ppt_x"/>
                                          </p:val>
                                        </p:tav>
                                      </p:tavLst>
                                    </p:anim>
                                    <p:anim calcmode="lin" valueType="num">
                                      <p:cBhvr>
                                        <p:cTn id="34" dur="1000" fill="hold"/>
                                        <p:tgtEl>
                                          <p:spTgt spid="12"/>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1000"/>
                                        <p:tgtEl>
                                          <p:spTgt spid="14"/>
                                        </p:tgtEl>
                                      </p:cBhvr>
                                    </p:animEffect>
                                    <p:anim calcmode="lin" valueType="num">
                                      <p:cBhvr>
                                        <p:cTn id="38" dur="1000" fill="hold"/>
                                        <p:tgtEl>
                                          <p:spTgt spid="14"/>
                                        </p:tgtEl>
                                        <p:attrNameLst>
                                          <p:attrName>ppt_x</p:attrName>
                                        </p:attrNameLst>
                                      </p:cBhvr>
                                      <p:tavLst>
                                        <p:tav tm="0">
                                          <p:val>
                                            <p:strVal val="#ppt_x"/>
                                          </p:val>
                                        </p:tav>
                                        <p:tav tm="100000">
                                          <p:val>
                                            <p:strVal val="#ppt_x"/>
                                          </p:val>
                                        </p:tav>
                                      </p:tavLst>
                                    </p:anim>
                                    <p:anim calcmode="lin" valueType="num">
                                      <p:cBhvr>
                                        <p:cTn id="39" dur="1000" fill="hold"/>
                                        <p:tgtEl>
                                          <p:spTgt spid="1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1000"/>
                                        <p:tgtEl>
                                          <p:spTgt spid="13"/>
                                        </p:tgtEl>
                                      </p:cBhvr>
                                    </p:animEffect>
                                    <p:anim calcmode="lin" valueType="num">
                                      <p:cBhvr>
                                        <p:cTn id="43" dur="1000" fill="hold"/>
                                        <p:tgtEl>
                                          <p:spTgt spid="13"/>
                                        </p:tgtEl>
                                        <p:attrNameLst>
                                          <p:attrName>ppt_x</p:attrName>
                                        </p:attrNameLst>
                                      </p:cBhvr>
                                      <p:tavLst>
                                        <p:tav tm="0">
                                          <p:val>
                                            <p:strVal val="#ppt_x"/>
                                          </p:val>
                                        </p:tav>
                                        <p:tav tm="100000">
                                          <p:val>
                                            <p:strVal val="#ppt_x"/>
                                          </p:val>
                                        </p:tav>
                                      </p:tavLst>
                                    </p:anim>
                                    <p:anim calcmode="lin" valueType="num">
                                      <p:cBhvr>
                                        <p:cTn id="44" dur="1000" fill="hold"/>
                                        <p:tgtEl>
                                          <p:spTgt spid="13"/>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1000"/>
                                        <p:tgtEl>
                                          <p:spTgt spid="16"/>
                                        </p:tgtEl>
                                      </p:cBhvr>
                                    </p:animEffect>
                                    <p:anim calcmode="lin" valueType="num">
                                      <p:cBhvr>
                                        <p:cTn id="48" dur="1000" fill="hold"/>
                                        <p:tgtEl>
                                          <p:spTgt spid="16"/>
                                        </p:tgtEl>
                                        <p:attrNameLst>
                                          <p:attrName>ppt_x</p:attrName>
                                        </p:attrNameLst>
                                      </p:cBhvr>
                                      <p:tavLst>
                                        <p:tav tm="0">
                                          <p:val>
                                            <p:strVal val="#ppt_x"/>
                                          </p:val>
                                        </p:tav>
                                        <p:tav tm="100000">
                                          <p:val>
                                            <p:strVal val="#ppt_x"/>
                                          </p:val>
                                        </p:tav>
                                      </p:tavLst>
                                    </p:anim>
                                    <p:anim calcmode="lin" valueType="num">
                                      <p:cBhvr>
                                        <p:cTn id="49" dur="10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1000"/>
                                        <p:tgtEl>
                                          <p:spTgt spid="15"/>
                                        </p:tgtEl>
                                      </p:cBhvr>
                                    </p:animEffect>
                                    <p:anim calcmode="lin" valueType="num">
                                      <p:cBhvr>
                                        <p:cTn id="53" dur="1000" fill="hold"/>
                                        <p:tgtEl>
                                          <p:spTgt spid="15"/>
                                        </p:tgtEl>
                                        <p:attrNameLst>
                                          <p:attrName>ppt_x</p:attrName>
                                        </p:attrNameLst>
                                      </p:cBhvr>
                                      <p:tavLst>
                                        <p:tav tm="0">
                                          <p:val>
                                            <p:strVal val="#ppt_x"/>
                                          </p:val>
                                        </p:tav>
                                        <p:tav tm="100000">
                                          <p:val>
                                            <p:strVal val="#ppt_x"/>
                                          </p:val>
                                        </p:tav>
                                      </p:tavLst>
                                    </p:anim>
                                    <p:anim calcmode="lin" valueType="num">
                                      <p:cBhvr>
                                        <p:cTn id="5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1000"/>
                                        <p:tgtEl>
                                          <p:spTgt spid="17"/>
                                        </p:tgtEl>
                                      </p:cBhvr>
                                    </p:animEffect>
                                    <p:anim calcmode="lin" valueType="num">
                                      <p:cBhvr>
                                        <p:cTn id="60" dur="1000" fill="hold"/>
                                        <p:tgtEl>
                                          <p:spTgt spid="17"/>
                                        </p:tgtEl>
                                        <p:attrNameLst>
                                          <p:attrName>ppt_x</p:attrName>
                                        </p:attrNameLst>
                                      </p:cBhvr>
                                      <p:tavLst>
                                        <p:tav tm="0">
                                          <p:val>
                                            <p:strVal val="#ppt_x"/>
                                          </p:val>
                                        </p:tav>
                                        <p:tav tm="100000">
                                          <p:val>
                                            <p:strVal val="#ppt_x"/>
                                          </p:val>
                                        </p:tav>
                                      </p:tavLst>
                                    </p:anim>
                                    <p:anim calcmode="lin" valueType="num">
                                      <p:cBhvr>
                                        <p:cTn id="61"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539646" y="140678"/>
            <a:ext cx="11332565"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Literature</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Segregation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and</a:t>
            </a:r>
            <a:r>
              <a:rPr lang="pt-BR" sz="3200" b="1" dirty="0">
                <a:solidFill>
                  <a:srgbClr val="002060"/>
                </a:solidFill>
                <a:latin typeface="Cambria" panose="02040503050406030204" pitchFamily="18" charset="0"/>
                <a:ea typeface="Cambria" panose="02040503050406030204" pitchFamily="18" charset="0"/>
              </a:rPr>
              <a:t> its software </a:t>
            </a:r>
            <a:r>
              <a:rPr lang="pt-BR" sz="3200" b="1" dirty="0" err="1">
                <a:solidFill>
                  <a:srgbClr val="002060"/>
                </a:solidFill>
                <a:latin typeface="Cambria" panose="02040503050406030204" pitchFamily="18" charset="0"/>
                <a:ea typeface="Cambria" panose="02040503050406030204" pitchFamily="18" charset="0"/>
              </a:rPr>
              <a:t>implementations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B98BF225-B2B3-F771-8455-D88883D9CC66}"/>
              </a:ext>
            </a:extLst>
          </p:cNvPr>
          <p:cNvPicPr>
            <a:picLocks noChangeAspect="1"/>
          </p:cNvPicPr>
          <p:nvPr/>
        </p:nvPicPr>
        <p:blipFill>
          <a:blip r:embed="rId5"/>
          <a:stretch>
            <a:fillRect/>
          </a:stretch>
        </p:blipFill>
        <p:spPr>
          <a:xfrm>
            <a:off x="539646" y="1215890"/>
            <a:ext cx="4134427" cy="1009791"/>
          </a:xfrm>
          <a:prstGeom prst="rect">
            <a:avLst/>
          </a:prstGeom>
        </p:spPr>
      </p:pic>
      <p:pic>
        <p:nvPicPr>
          <p:cNvPr id="21" name="Imagem 20">
            <a:extLst>
              <a:ext uri="{FF2B5EF4-FFF2-40B4-BE49-F238E27FC236}">
                <a16:creationId xmlns:a16="http://schemas.microsoft.com/office/drawing/2014/main" id="{31005E46-EF11-604D-7CB3-22A9685B2CFB}"/>
              </a:ext>
            </a:extLst>
          </p:cNvPr>
          <p:cNvPicPr>
            <a:picLocks noChangeAspect="1"/>
          </p:cNvPicPr>
          <p:nvPr/>
        </p:nvPicPr>
        <p:blipFill>
          <a:blip r:embed="rId6"/>
          <a:stretch>
            <a:fillRect/>
          </a:stretch>
        </p:blipFill>
        <p:spPr>
          <a:xfrm>
            <a:off x="4707662" y="1720785"/>
            <a:ext cx="5620534" cy="1305107"/>
          </a:xfrm>
          <a:prstGeom prst="rect">
            <a:avLst/>
          </a:prstGeom>
        </p:spPr>
      </p:pic>
      <p:pic>
        <p:nvPicPr>
          <p:cNvPr id="4098" name="Picture 2">
            <a:extLst>
              <a:ext uri="{FF2B5EF4-FFF2-40B4-BE49-F238E27FC236}">
                <a16:creationId xmlns:a16="http://schemas.microsoft.com/office/drawing/2014/main" id="{587183FB-7719-6E8F-77E9-D1C5A0749C6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28648" y="3423008"/>
            <a:ext cx="5063352" cy="1597769"/>
          </a:xfrm>
          <a:prstGeom prst="rect">
            <a:avLst/>
          </a:prstGeom>
          <a:noFill/>
          <a:extLst>
            <a:ext uri="{909E8E84-426E-40DD-AFC4-6F175D3DCCD1}">
              <a14:hiddenFill xmlns:a14="http://schemas.microsoft.com/office/drawing/2010/main">
                <a:solidFill>
                  <a:srgbClr val="FFFFFF"/>
                </a:solidFill>
              </a14:hiddenFill>
            </a:ext>
          </a:extLst>
        </p:spPr>
      </p:pic>
      <p:pic>
        <p:nvPicPr>
          <p:cNvPr id="25" name="Imagem 24">
            <a:extLst>
              <a:ext uri="{FF2B5EF4-FFF2-40B4-BE49-F238E27FC236}">
                <a16:creationId xmlns:a16="http://schemas.microsoft.com/office/drawing/2014/main" id="{75F8559B-1DC4-BCC1-0BE8-5BB22C74B9D5}"/>
              </a:ext>
            </a:extLst>
          </p:cNvPr>
          <p:cNvPicPr>
            <a:picLocks noChangeAspect="1"/>
          </p:cNvPicPr>
          <p:nvPr/>
        </p:nvPicPr>
        <p:blipFill>
          <a:blip r:embed="rId8"/>
          <a:stretch>
            <a:fillRect/>
          </a:stretch>
        </p:blipFill>
        <p:spPr>
          <a:xfrm>
            <a:off x="1088349" y="2536528"/>
            <a:ext cx="4353533" cy="1295581"/>
          </a:xfrm>
          <a:prstGeom prst="rect">
            <a:avLst/>
          </a:prstGeom>
        </p:spPr>
      </p:pic>
      <p:pic>
        <p:nvPicPr>
          <p:cNvPr id="27" name="Imagem 26">
            <a:extLst>
              <a:ext uri="{FF2B5EF4-FFF2-40B4-BE49-F238E27FC236}">
                <a16:creationId xmlns:a16="http://schemas.microsoft.com/office/drawing/2014/main" id="{A95EA507-602E-3448-5F98-520220A03451}"/>
              </a:ext>
            </a:extLst>
          </p:cNvPr>
          <p:cNvPicPr>
            <a:picLocks noChangeAspect="1"/>
          </p:cNvPicPr>
          <p:nvPr/>
        </p:nvPicPr>
        <p:blipFill>
          <a:blip r:embed="rId9"/>
          <a:stretch>
            <a:fillRect/>
          </a:stretch>
        </p:blipFill>
        <p:spPr>
          <a:xfrm>
            <a:off x="539646" y="4221893"/>
            <a:ext cx="5877745" cy="1247949"/>
          </a:xfrm>
          <a:prstGeom prst="rect">
            <a:avLst/>
          </a:prstGeom>
        </p:spPr>
      </p:pic>
      <p:pic>
        <p:nvPicPr>
          <p:cNvPr id="4100" name="Picture 4">
            <a:extLst>
              <a:ext uri="{FF2B5EF4-FFF2-40B4-BE49-F238E27FC236}">
                <a16:creationId xmlns:a16="http://schemas.microsoft.com/office/drawing/2014/main" id="{333DD464-1AE8-5431-804E-C77FEF159CF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90178" y="5570220"/>
            <a:ext cx="5062846" cy="12623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4518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9" y="1720840"/>
            <a:ext cx="9074502" cy="3416320"/>
          </a:xfrm>
          <a:prstGeom prst="rect">
            <a:avLst/>
          </a:prstGeom>
          <a:noFill/>
        </p:spPr>
        <p:txBody>
          <a:bodyPr wrap="square" rtlCol="0">
            <a:spAutoFit/>
          </a:bodyPr>
          <a:lstStyle/>
          <a:p>
            <a:pPr algn="ctr"/>
            <a:r>
              <a:rPr lang="pt-BR" sz="5400" b="1" dirty="0" err="1">
                <a:solidFill>
                  <a:srgbClr val="002060"/>
                </a:solidFill>
                <a:latin typeface="Cambria" panose="02040503050406030204" pitchFamily="18" charset="0"/>
                <a:ea typeface="Cambria" panose="02040503050406030204" pitchFamily="18" charset="0"/>
              </a:rPr>
              <a:t>But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before</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Let’s</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talk</a:t>
            </a:r>
            <a:r>
              <a:rPr lang="pt-BR" sz="5400" b="1" dirty="0">
                <a:solidFill>
                  <a:srgbClr val="002060"/>
                </a:solidFill>
                <a:latin typeface="Cambria" panose="02040503050406030204" pitchFamily="18" charset="0"/>
                <a:ea typeface="Cambria" panose="02040503050406030204" pitchFamily="18" charset="0"/>
              </a:rPr>
              <a:t> a </a:t>
            </a:r>
            <a:r>
              <a:rPr lang="pt-BR" sz="5400" b="1" dirty="0" err="1">
                <a:solidFill>
                  <a:srgbClr val="002060"/>
                </a:solidFill>
                <a:latin typeface="Cambria" panose="02040503050406030204" pitchFamily="18" charset="0"/>
                <a:ea typeface="Cambria" panose="02040503050406030204" pitchFamily="18" charset="0"/>
              </a:rPr>
              <a:t>little</a:t>
            </a:r>
            <a:r>
              <a:rPr lang="pt-BR" sz="5400" b="1" dirty="0">
                <a:solidFill>
                  <a:srgbClr val="002060"/>
                </a:solidFill>
                <a:latin typeface="Cambria" panose="02040503050406030204" pitchFamily="18" charset="0"/>
                <a:ea typeface="Cambria" panose="02040503050406030204" pitchFamily="18" charset="0"/>
              </a:rPr>
              <a:t> bit </a:t>
            </a:r>
            <a:r>
              <a:rPr lang="pt-BR" sz="5400" b="1" dirty="0" err="1">
                <a:solidFill>
                  <a:srgbClr val="002060"/>
                </a:solidFill>
                <a:latin typeface="Cambria" panose="02040503050406030204" pitchFamily="18" charset="0"/>
                <a:ea typeface="Cambria" panose="02040503050406030204" pitchFamily="18" charset="0"/>
              </a:rPr>
              <a:t>about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the</a:t>
            </a:r>
            <a:r>
              <a:rPr lang="pt-BR" sz="5400" b="1" dirty="0">
                <a:solidFill>
                  <a:srgbClr val="002060"/>
                </a:solidFill>
                <a:latin typeface="Cambria" panose="02040503050406030204" pitchFamily="18" charset="0"/>
                <a:ea typeface="Cambria" panose="02040503050406030204" pitchFamily="18" charset="0"/>
              </a:rPr>
              <a:t> Python </a:t>
            </a:r>
            <a:r>
              <a:rPr lang="pt-BR" sz="5400" b="1" dirty="0" err="1">
                <a:solidFill>
                  <a:srgbClr val="002060"/>
                </a:solidFill>
                <a:latin typeface="Cambria" panose="02040503050406030204" pitchFamily="18" charset="0"/>
                <a:ea typeface="Cambria" panose="02040503050406030204" pitchFamily="18" charset="0"/>
              </a:rPr>
              <a:t>Spatial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Analysis</a:t>
            </a:r>
            <a:r>
              <a:rPr lang="pt-BR" sz="5400" b="1" dirty="0">
                <a:solidFill>
                  <a:srgbClr val="002060"/>
                </a:solidFill>
                <a:latin typeface="Cambria" panose="02040503050406030204" pitchFamily="18" charset="0"/>
                <a:ea typeface="Cambria" panose="02040503050406030204" pitchFamily="18" charset="0"/>
              </a:rPr>
              <a:t> Library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186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m 9">
            <a:extLst>
              <a:ext uri="{FF2B5EF4-FFF2-40B4-BE49-F238E27FC236}">
                <a16:creationId xmlns:a16="http://schemas.microsoft.com/office/drawing/2014/main" id="{36C3BC29-AA15-795E-440C-6C00B667F03E}"/>
              </a:ext>
            </a:extLst>
          </p:cNvPr>
          <p:cNvPicPr>
            <a:picLocks noChangeAspect="1"/>
          </p:cNvPicPr>
          <p:nvPr/>
        </p:nvPicPr>
        <p:blipFill>
          <a:blip r:embed="rId3"/>
          <a:stretch>
            <a:fillRect/>
          </a:stretch>
        </p:blipFill>
        <p:spPr>
          <a:xfrm>
            <a:off x="1802567" y="4372241"/>
            <a:ext cx="8586865" cy="2947730"/>
          </a:xfrm>
          <a:prstGeom prst="rect">
            <a:avLst/>
          </a:prstGeom>
        </p:spPr>
      </p:pic>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4"/>
          <a:stretch>
            <a:fillRect/>
          </a:stretch>
        </p:blipFill>
        <p:spPr>
          <a:xfrm>
            <a:off x="381264" y="1011894"/>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1823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3"/>
          <a:stretch>
            <a:fillRect/>
          </a:stretch>
        </p:blipFill>
        <p:spPr>
          <a:xfrm>
            <a:off x="381264" y="1011895"/>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a:extLst>
              <a:ext uri="{FF2B5EF4-FFF2-40B4-BE49-F238E27FC236}">
                <a16:creationId xmlns:a16="http://schemas.microsoft.com/office/drawing/2014/main" id="{2E9F960A-3355-5ACB-1C11-E46F4F7F8DDE}"/>
              </a:ext>
            </a:extLst>
          </p:cNvPr>
          <p:cNvPicPr>
            <a:picLocks noChangeAspect="1"/>
          </p:cNvPicPr>
          <p:nvPr/>
        </p:nvPicPr>
        <p:blipFill>
          <a:blip r:embed="rId6"/>
          <a:stretch>
            <a:fillRect/>
          </a:stretch>
        </p:blipFill>
        <p:spPr>
          <a:xfrm>
            <a:off x="1728149" y="4394784"/>
            <a:ext cx="7600989" cy="2463216"/>
          </a:xfrm>
          <a:prstGeom prst="rect">
            <a:avLst/>
          </a:prstGeom>
        </p:spPr>
      </p:pic>
    </p:spTree>
    <p:extLst>
      <p:ext uri="{BB962C8B-B14F-4D97-AF65-F5344CB8AC3E}">
        <p14:creationId xmlns:p14="http://schemas.microsoft.com/office/powerpoint/2010/main" val="31073734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9" y="2551837"/>
            <a:ext cx="9074502" cy="1754326"/>
          </a:xfrm>
          <a:prstGeom prst="rect">
            <a:avLst/>
          </a:prstGeom>
          <a:noFill/>
        </p:spPr>
        <p:txBody>
          <a:bodyPr wrap="square" rtlCol="0">
            <a:spAutoFit/>
          </a:bodyPr>
          <a:lstStyle/>
          <a:p>
            <a:pPr algn="ctr"/>
            <a:r>
              <a:rPr lang="pt-BR" sz="5400" b="1" dirty="0">
                <a:solidFill>
                  <a:srgbClr val="002060"/>
                </a:solidFill>
                <a:latin typeface="Cambria" panose="02040503050406030204" pitchFamily="18" charset="0"/>
                <a:ea typeface="Cambria" panose="02040503050406030204" pitchFamily="18" charset="0"/>
              </a:rPr>
              <a:t>The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ourier New" panose="02070309020205020404" pitchFamily="49" charset="0"/>
                <a:ea typeface="Cambria" panose="02040503050406030204" pitchFamily="18" charset="0"/>
                <a:cs typeface="Courier New" panose="02070309020205020404" pitchFamily="49" charset="0"/>
              </a:rPr>
              <a:t>segregation</a:t>
            </a:r>
            <a:r>
              <a:rPr lang="pt-BR" sz="5400" b="1" dirty="0">
                <a:solidFill>
                  <a:srgbClr val="002060"/>
                </a:solidFill>
                <a:latin typeface="Cambria" panose="02040503050406030204" pitchFamily="18" charset="0"/>
                <a:ea typeface="Cambria" panose="02040503050406030204" pitchFamily="18" charset="0"/>
              </a:rPr>
              <a:t> module</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5DE12ED3-ECA0-D582-4E57-8DB2E214E540}"/>
              </a:ext>
            </a:extLst>
          </p:cNvPr>
          <p:cNvSpPr txBox="1"/>
          <p:nvPr/>
        </p:nvSpPr>
        <p:spPr>
          <a:xfrm>
            <a:off x="2219325" y="5414159"/>
            <a:ext cx="7753349" cy="461665"/>
          </a:xfrm>
          <a:prstGeom prst="rect">
            <a:avLst/>
          </a:prstGeom>
          <a:noFill/>
        </p:spPr>
        <p:txBody>
          <a:bodyPr wrap="square">
            <a:spAutoFit/>
          </a:bodyPr>
          <a:lstStyle/>
          <a:p>
            <a:pPr algn="ctr"/>
            <a:r>
              <a:rPr lang="pt-BR" sz="2400" b="1" dirty="0">
                <a:latin typeface="Courier New" panose="02070309020205020404" pitchFamily="49" charset="0"/>
                <a:cs typeface="Courier New" panose="02070309020205020404" pitchFamily="49" charset="0"/>
              </a:rPr>
              <a:t>https://github.com/pysal/segregation</a:t>
            </a:r>
          </a:p>
        </p:txBody>
      </p:sp>
    </p:spTree>
    <p:extLst>
      <p:ext uri="{BB962C8B-B14F-4D97-AF65-F5344CB8AC3E}">
        <p14:creationId xmlns:p14="http://schemas.microsoft.com/office/powerpoint/2010/main" val="3057417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a:extLst>
              <a:ext uri="{FF2B5EF4-FFF2-40B4-BE49-F238E27FC236}">
                <a16:creationId xmlns:a16="http://schemas.microsoft.com/office/drawing/2014/main" id="{A5E2F567-B960-57C2-5D3B-2E8D1A0CCD27}"/>
              </a:ext>
            </a:extLst>
          </p:cNvPr>
          <p:cNvPicPr>
            <a:picLocks noChangeAspect="1"/>
          </p:cNvPicPr>
          <p:nvPr/>
        </p:nvPicPr>
        <p:blipFill>
          <a:blip r:embed="rId5"/>
          <a:stretch>
            <a:fillRect/>
          </a:stretch>
        </p:blipFill>
        <p:spPr>
          <a:xfrm>
            <a:off x="1537651" y="1113513"/>
            <a:ext cx="9116697" cy="5677692"/>
          </a:xfrm>
          <a:prstGeom prst="rect">
            <a:avLst/>
          </a:prstGeom>
        </p:spPr>
      </p:pic>
    </p:spTree>
    <p:extLst>
      <p:ext uri="{BB962C8B-B14F-4D97-AF65-F5344CB8AC3E}">
        <p14:creationId xmlns:p14="http://schemas.microsoft.com/office/powerpoint/2010/main" val="37692595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B64D4730-C145-8614-43A7-D325AEF12E25}"/>
              </a:ext>
            </a:extLst>
          </p:cNvPr>
          <p:cNvPicPr>
            <a:picLocks noChangeAspect="1"/>
          </p:cNvPicPr>
          <p:nvPr/>
        </p:nvPicPr>
        <p:blipFill>
          <a:blip r:embed="rId5"/>
          <a:stretch>
            <a:fillRect/>
          </a:stretch>
        </p:blipFill>
        <p:spPr>
          <a:xfrm>
            <a:off x="1047111" y="1514008"/>
            <a:ext cx="5048889" cy="5093887"/>
          </a:xfrm>
          <a:prstGeom prst="rect">
            <a:avLst/>
          </a:prstGeom>
        </p:spPr>
      </p:pic>
      <p:pic>
        <p:nvPicPr>
          <p:cNvPr id="9" name="Imagem 8">
            <a:extLst>
              <a:ext uri="{FF2B5EF4-FFF2-40B4-BE49-F238E27FC236}">
                <a16:creationId xmlns:a16="http://schemas.microsoft.com/office/drawing/2014/main" id="{C49B2BFE-5858-381C-09B6-48939284D44D}"/>
              </a:ext>
            </a:extLst>
          </p:cNvPr>
          <p:cNvPicPr>
            <a:picLocks noChangeAspect="1"/>
          </p:cNvPicPr>
          <p:nvPr/>
        </p:nvPicPr>
        <p:blipFill>
          <a:blip r:embed="rId6"/>
          <a:stretch>
            <a:fillRect/>
          </a:stretch>
        </p:blipFill>
        <p:spPr>
          <a:xfrm>
            <a:off x="6772693" y="1215993"/>
            <a:ext cx="5182323" cy="2896004"/>
          </a:xfrm>
          <a:prstGeom prst="rect">
            <a:avLst/>
          </a:prstGeom>
        </p:spPr>
      </p:pic>
      <p:pic>
        <p:nvPicPr>
          <p:cNvPr id="11" name="Imagem 10">
            <a:extLst>
              <a:ext uri="{FF2B5EF4-FFF2-40B4-BE49-F238E27FC236}">
                <a16:creationId xmlns:a16="http://schemas.microsoft.com/office/drawing/2014/main" id="{C0CE26EF-1882-FB5A-3F4A-B9115D808628}"/>
              </a:ext>
            </a:extLst>
          </p:cNvPr>
          <p:cNvPicPr>
            <a:picLocks noChangeAspect="1"/>
          </p:cNvPicPr>
          <p:nvPr/>
        </p:nvPicPr>
        <p:blipFill>
          <a:blip r:embed="rId7"/>
          <a:stretch>
            <a:fillRect/>
          </a:stretch>
        </p:blipFill>
        <p:spPr>
          <a:xfrm>
            <a:off x="6991798" y="4564453"/>
            <a:ext cx="4744112" cy="1648055"/>
          </a:xfrm>
          <a:prstGeom prst="rect">
            <a:avLst/>
          </a:prstGeom>
        </p:spPr>
      </p:pic>
      <p:sp>
        <p:nvSpPr>
          <p:cNvPr id="12" name="CaixaDeTexto 11">
            <a:extLst>
              <a:ext uri="{FF2B5EF4-FFF2-40B4-BE49-F238E27FC236}">
                <a16:creationId xmlns:a16="http://schemas.microsoft.com/office/drawing/2014/main" id="{0BF2F39A-6C28-0E22-7DCF-29DE3747273D}"/>
              </a:ext>
            </a:extLst>
          </p:cNvPr>
          <p:cNvSpPr txBox="1"/>
          <p:nvPr/>
        </p:nvSpPr>
        <p:spPr>
          <a:xfrm>
            <a:off x="1772735" y="1113898"/>
            <a:ext cx="3597639" cy="400110"/>
          </a:xfrm>
          <a:prstGeom prst="rect">
            <a:avLst/>
          </a:prstGeom>
          <a:noFill/>
        </p:spPr>
        <p:txBody>
          <a:bodyPr wrap="square" rtlCol="0">
            <a:spAutoFit/>
          </a:bodyPr>
          <a:lstStyle/>
          <a:p>
            <a:pPr algn="ctr"/>
            <a:r>
              <a:rPr lang="pt-BR" sz="2000" b="1" dirty="0"/>
              <a:t>Single </a:t>
            </a:r>
            <a:r>
              <a:rPr lang="pt-BR" sz="2000" b="1" dirty="0" err="1"/>
              <a:t>Group</a:t>
            </a:r>
            <a:r>
              <a:rPr lang="pt-BR" sz="2000" b="1" dirty="0"/>
              <a:t> </a:t>
            </a:r>
            <a:r>
              <a:rPr lang="pt-BR" sz="2000" b="1" dirty="0" err="1"/>
              <a:t>Measures</a:t>
            </a:r>
            <a:endParaRPr lang="pt-BR" sz="2000" b="1" dirty="0"/>
          </a:p>
        </p:txBody>
      </p:sp>
      <p:sp>
        <p:nvSpPr>
          <p:cNvPr id="13" name="CaixaDeTexto 12">
            <a:extLst>
              <a:ext uri="{FF2B5EF4-FFF2-40B4-BE49-F238E27FC236}">
                <a16:creationId xmlns:a16="http://schemas.microsoft.com/office/drawing/2014/main" id="{DA21E4BF-8232-C7D4-52E7-D220871990A2}"/>
              </a:ext>
            </a:extLst>
          </p:cNvPr>
          <p:cNvSpPr txBox="1"/>
          <p:nvPr/>
        </p:nvSpPr>
        <p:spPr>
          <a:xfrm>
            <a:off x="8119669" y="815883"/>
            <a:ext cx="2907158" cy="400110"/>
          </a:xfrm>
          <a:prstGeom prst="rect">
            <a:avLst/>
          </a:prstGeom>
          <a:noFill/>
        </p:spPr>
        <p:txBody>
          <a:bodyPr wrap="square" rtlCol="0">
            <a:spAutoFit/>
          </a:bodyPr>
          <a:lstStyle/>
          <a:p>
            <a:pPr algn="ctr"/>
            <a:r>
              <a:rPr lang="pt-BR" sz="2000" b="1" dirty="0" err="1"/>
              <a:t>Multi</a:t>
            </a:r>
            <a:r>
              <a:rPr lang="pt-BR" sz="2000" b="1" dirty="0"/>
              <a:t> </a:t>
            </a:r>
            <a:r>
              <a:rPr lang="pt-BR" sz="2000" b="1" dirty="0" err="1"/>
              <a:t>Group</a:t>
            </a:r>
            <a:r>
              <a:rPr lang="pt-BR" sz="2000" b="1" dirty="0"/>
              <a:t> </a:t>
            </a:r>
            <a:r>
              <a:rPr lang="pt-BR" sz="2000" b="1" dirty="0" err="1"/>
              <a:t>Measures</a:t>
            </a:r>
            <a:endParaRPr lang="pt-BR" sz="2000" b="1" dirty="0"/>
          </a:p>
        </p:txBody>
      </p:sp>
      <p:sp>
        <p:nvSpPr>
          <p:cNvPr id="14" name="CaixaDeTexto 13">
            <a:extLst>
              <a:ext uri="{FF2B5EF4-FFF2-40B4-BE49-F238E27FC236}">
                <a16:creationId xmlns:a16="http://schemas.microsoft.com/office/drawing/2014/main" id="{84A4BF76-4756-C61B-7EA7-E0689647DE22}"/>
              </a:ext>
            </a:extLst>
          </p:cNvPr>
          <p:cNvSpPr txBox="1"/>
          <p:nvPr/>
        </p:nvSpPr>
        <p:spPr>
          <a:xfrm>
            <a:off x="8119669" y="4166523"/>
            <a:ext cx="2488367" cy="400110"/>
          </a:xfrm>
          <a:prstGeom prst="rect">
            <a:avLst/>
          </a:prstGeom>
          <a:noFill/>
        </p:spPr>
        <p:txBody>
          <a:bodyPr wrap="square" rtlCol="0">
            <a:spAutoFit/>
          </a:bodyPr>
          <a:lstStyle/>
          <a:p>
            <a:pPr algn="ctr"/>
            <a:r>
              <a:rPr lang="pt-BR" sz="2000" b="1" dirty="0"/>
              <a:t>Local </a:t>
            </a:r>
            <a:r>
              <a:rPr lang="pt-BR" sz="2000" b="1" dirty="0" err="1"/>
              <a:t>Measures</a:t>
            </a:r>
            <a:endParaRPr lang="pt-BR" sz="2000" b="1" dirty="0"/>
          </a:p>
        </p:txBody>
      </p:sp>
    </p:spTree>
    <p:extLst>
      <p:ext uri="{BB962C8B-B14F-4D97-AF65-F5344CB8AC3E}">
        <p14:creationId xmlns:p14="http://schemas.microsoft.com/office/powerpoint/2010/main" val="1146633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9447</TotalTime>
  <Words>223</Words>
  <Application>Microsoft Office PowerPoint</Application>
  <PresentationFormat>Widescreen</PresentationFormat>
  <Paragraphs>40</Paragraphs>
  <Slides>12</Slides>
  <Notes>11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vt:i4>
      </vt:variant>
    </vt:vector>
  </HeadingPairs>
  <TitlesOfParts>
    <vt:vector size="20" baseType="lpstr">
      <vt:lpstr>Arial</vt:lpstr>
      <vt:lpstr>Arial Nova</vt:lpstr>
      <vt:lpstr>Calibri</vt:lpstr>
      <vt:lpstr>Calibri Light</vt:lpstr>
      <vt:lpstr>Cambria</vt:lpstr>
      <vt:lpstr>Courier New</vt:lpstr>
      <vt:lpstr>Wingdings</vt:lpstr>
      <vt:lpstr>Tema do Office</vt:lpstr>
      <vt:lpstr>A Framework for Aspatial and Spatial Residential Segregation Measures: The  PySAL segregation Module with Evidence from Brazil</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Ciência de Dados e Inteligência Artificial</dc:title>
  <dc:creator>RENAN XAVIER CORTES</dc:creator>
  <cp:lastModifiedBy>Renan Xavier Cortes</cp:lastModifiedBy>
  <cp:revision>178</cp:revision>
  <dcterms:created xsi:type="dcterms:W3CDTF">2020-10-25T10:14:05Z</dcterms:created>
  <dcterms:modified xsi:type="dcterms:W3CDTF">2026-07-28T18:28:57Z</dcterms:modified>
</cp:coreProperties>
</file>