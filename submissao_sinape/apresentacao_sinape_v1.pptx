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9" r:id="rId3"/>
    <p:sldId id="361" r:id="rId4"/>
    <p:sldId id="363" r:id="rId5"/>
    <p:sldId id="378" r:id="rId6"/>
    <p:sldId id="362" r:id="rId7"/>
    <p:sldId id="364" r:id="rId8"/>
    <p:sldId id="365" r:id="rId9"/>
    <p:sldId id="260" r:id="rId10"/>
    <p:sldId id="366" r:id="rId11"/>
    <p:sldId id="367" r:id="rId12"/>
    <p:sldId id="368" r:id="rId13"/>
    <p:sldId id="369" r:id="rId14"/>
    <p:sldId id="370" r:id="rId15"/>
    <p:sldId id="371" r:id="rId16"/>
    <p:sldId id="372" r:id="rId17"/>
    <p:sldId id="373" r:id="rId18"/>
    <p:sldId id="375" r:id="rId19"/>
    <p:sldId id="374" r:id="rId20"/>
    <p:sldId id="376" r:id="rId21"/>
    <p:sldId id="377" r:id="rId22"/>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an Xavier Cortes" userId="d6af805853004405" providerId="LiveId" clId="{6CBA8CAD-390F-4A11-B907-BBB4B6E0B449}"/>
    <pc:docChg chg="undo custSel addSld delSld modSld">
      <pc:chgData name="Renan Xavier Cortes" userId="d6af805853004405" providerId="LiveId" clId="{6CBA8CAD-390F-4A11-B907-BBB4B6E0B449}" dt="2026-01-21T21:00:53.358" v="2269"/>
      <pc:docMkLst>
        <pc:docMk/>
      </pc:docMkLst>
      <pc:sldChg chg="modSp mod modAnim">
        <pc:chgData name="Renan Xavier Cortes" userId="d6af805853004405" providerId="LiveId" clId="{6CBA8CAD-390F-4A11-B907-BBB4B6E0B449}" dt="2026-01-21T20:32:15.264" v="2075" actId="20577"/>
        <pc:sldMkLst>
          <pc:docMk/>
          <pc:sldMk cId="1859719164" sldId="259"/>
        </pc:sldMkLst>
        <pc:spChg chg="mod">
          <ac:chgData name="Renan Xavier Cortes" userId="d6af805853004405" providerId="LiveId" clId="{6CBA8CAD-390F-4A11-B907-BBB4B6E0B449}" dt="2026-01-21T18:21:08.433" v="1046" actId="1076"/>
          <ac:spMkLst>
            <pc:docMk/>
            <pc:sldMk cId="1859719164" sldId="259"/>
            <ac:spMk id="8" creationId="{39AE06C5-34BE-4D68-97C3-4C07702C2DF6}"/>
          </ac:spMkLst>
        </pc:spChg>
        <pc:spChg chg="mod">
          <ac:chgData name="Renan Xavier Cortes" userId="d6af805853004405" providerId="LiveId" clId="{6CBA8CAD-390F-4A11-B907-BBB4B6E0B449}" dt="2026-01-21T20:32:15.264" v="2075" actId="20577"/>
          <ac:spMkLst>
            <pc:docMk/>
            <pc:sldMk cId="1859719164" sldId="259"/>
            <ac:spMk id="14" creationId="{427DBFEB-81BF-4CC3-A411-FBF43D295C56}"/>
          </ac:spMkLst>
        </pc:spChg>
      </pc:sldChg>
      <pc:sldChg chg="modSp add mod setBg modAnim">
        <pc:chgData name="Renan Xavier Cortes" userId="d6af805853004405" providerId="LiveId" clId="{6CBA8CAD-390F-4A11-B907-BBB4B6E0B449}" dt="2026-01-21T18:27:43.477" v="1241"/>
        <pc:sldMkLst>
          <pc:docMk/>
          <pc:sldMk cId="2921823341" sldId="260"/>
        </pc:sldMkLst>
        <pc:spChg chg="mod">
          <ac:chgData name="Renan Xavier Cortes" userId="d6af805853004405" providerId="LiveId" clId="{6CBA8CAD-390F-4A11-B907-BBB4B6E0B449}" dt="2026-01-21T18:21:08.116" v="1045" actId="1076"/>
          <ac:spMkLst>
            <pc:docMk/>
            <pc:sldMk cId="2921823341" sldId="260"/>
            <ac:spMk id="8" creationId="{39AE06C5-34BE-4D68-97C3-4C07702C2DF6}"/>
          </ac:spMkLst>
        </pc:spChg>
        <pc:spChg chg="mod">
          <ac:chgData name="Renan Xavier Cortes" userId="d6af805853004405" providerId="LiveId" clId="{6CBA8CAD-390F-4A11-B907-BBB4B6E0B449}" dt="2026-01-21T12:50:23.079" v="123" actId="1076"/>
          <ac:spMkLst>
            <pc:docMk/>
            <pc:sldMk cId="2921823341" sldId="260"/>
            <ac:spMk id="14" creationId="{427DBFEB-81BF-4CC3-A411-FBF43D295C56}"/>
          </ac:spMkLst>
        </pc:spChg>
      </pc:sldChg>
      <pc:sldChg chg="modSp add mod modAnim">
        <pc:chgData name="Renan Xavier Cortes" userId="d6af805853004405" providerId="LiveId" clId="{6CBA8CAD-390F-4A11-B907-BBB4B6E0B449}" dt="2026-01-21T18:27:45.974" v="1242"/>
        <pc:sldMkLst>
          <pc:docMk/>
          <pc:sldMk cId="2121898900" sldId="261"/>
        </pc:sldMkLst>
        <pc:spChg chg="mod">
          <ac:chgData name="Renan Xavier Cortes" userId="d6af805853004405" providerId="LiveId" clId="{6CBA8CAD-390F-4A11-B907-BBB4B6E0B449}" dt="2026-01-21T18:21:07.798" v="1044" actId="1076"/>
          <ac:spMkLst>
            <pc:docMk/>
            <pc:sldMk cId="2121898900" sldId="261"/>
            <ac:spMk id="8" creationId="{39AE06C5-34BE-4D68-97C3-4C07702C2DF6}"/>
          </ac:spMkLst>
        </pc:spChg>
        <pc:spChg chg="mod">
          <ac:chgData name="Renan Xavier Cortes" userId="d6af805853004405" providerId="LiveId" clId="{6CBA8CAD-390F-4A11-B907-BBB4B6E0B449}" dt="2026-01-21T12:50:30.629" v="124" actId="1076"/>
          <ac:spMkLst>
            <pc:docMk/>
            <pc:sldMk cId="2121898900" sldId="261"/>
            <ac:spMk id="14" creationId="{427DBFEB-81BF-4CC3-A411-FBF43D295C56}"/>
          </ac:spMkLst>
        </pc:spChg>
      </pc:sldChg>
      <pc:sldChg chg="addSp delSp modSp add mod modAnim">
        <pc:chgData name="Renan Xavier Cortes" userId="d6af805853004405" providerId="LiveId" clId="{6CBA8CAD-390F-4A11-B907-BBB4B6E0B449}" dt="2026-01-21T18:27:49.174" v="1243"/>
        <pc:sldMkLst>
          <pc:docMk/>
          <pc:sldMk cId="2689213611" sldId="262"/>
        </pc:sldMkLst>
        <pc:spChg chg="mod">
          <ac:chgData name="Renan Xavier Cortes" userId="d6af805853004405" providerId="LiveId" clId="{6CBA8CAD-390F-4A11-B907-BBB4B6E0B449}" dt="2026-01-21T18:21:07.566" v="1043" actId="1076"/>
          <ac:spMkLst>
            <pc:docMk/>
            <pc:sldMk cId="2689213611" sldId="262"/>
            <ac:spMk id="8" creationId="{39AE06C5-34BE-4D68-97C3-4C07702C2DF6}"/>
          </ac:spMkLst>
        </pc:spChg>
        <pc:spChg chg="mod">
          <ac:chgData name="Renan Xavier Cortes" userId="d6af805853004405" providerId="LiveId" clId="{6CBA8CAD-390F-4A11-B907-BBB4B6E0B449}" dt="2026-01-21T12:56:51.360" v="239" actId="1076"/>
          <ac:spMkLst>
            <pc:docMk/>
            <pc:sldMk cId="2689213611" sldId="262"/>
            <ac:spMk id="14" creationId="{427DBFEB-81BF-4CC3-A411-FBF43D295C56}"/>
          </ac:spMkLst>
        </pc:spChg>
        <pc:picChg chg="add mod">
          <ac:chgData name="Renan Xavier Cortes" userId="d6af805853004405" providerId="LiveId" clId="{6CBA8CAD-390F-4A11-B907-BBB4B6E0B449}" dt="2026-01-21T13:12:19.893" v="470" actId="1076"/>
          <ac:picMkLst>
            <pc:docMk/>
            <pc:sldMk cId="2689213611" sldId="262"/>
            <ac:picMk id="5" creationId="{B75BA797-89E6-A590-E6E0-1930AE23BE87}"/>
          </ac:picMkLst>
        </pc:picChg>
        <pc:picChg chg="add mod">
          <ac:chgData name="Renan Xavier Cortes" userId="d6af805853004405" providerId="LiveId" clId="{6CBA8CAD-390F-4A11-B907-BBB4B6E0B449}" dt="2026-01-21T12:52:15.476" v="224" actId="1076"/>
          <ac:picMkLst>
            <pc:docMk/>
            <pc:sldMk cId="2689213611" sldId="262"/>
            <ac:picMk id="1026" creationId="{3AF06A5C-D23B-2668-9192-9EBD3941659A}"/>
          </ac:picMkLst>
        </pc:picChg>
        <pc:picChg chg="add del mod">
          <ac:chgData name="Renan Xavier Cortes" userId="d6af805853004405" providerId="LiveId" clId="{6CBA8CAD-390F-4A11-B907-BBB4B6E0B449}" dt="2026-01-21T13:11:02.235" v="456" actId="478"/>
          <ac:picMkLst>
            <pc:docMk/>
            <pc:sldMk cId="2689213611" sldId="262"/>
            <ac:picMk id="1028" creationId="{DA3B7BDF-718D-955C-F889-8AC8A1DCBC20}"/>
          </ac:picMkLst>
        </pc:picChg>
        <pc:picChg chg="add del mod">
          <ac:chgData name="Renan Xavier Cortes" userId="d6af805853004405" providerId="LiveId" clId="{6CBA8CAD-390F-4A11-B907-BBB4B6E0B449}" dt="2026-01-21T13:11:38.475" v="462" actId="478"/>
          <ac:picMkLst>
            <pc:docMk/>
            <pc:sldMk cId="2689213611" sldId="262"/>
            <ac:picMk id="1030" creationId="{B3AD39F1-033B-7A4E-B6EE-FD3713D8D962}"/>
          </ac:picMkLst>
        </pc:picChg>
        <pc:picChg chg="add del mod">
          <ac:chgData name="Renan Xavier Cortes" userId="d6af805853004405" providerId="LiveId" clId="{6CBA8CAD-390F-4A11-B907-BBB4B6E0B449}" dt="2026-01-21T13:12:11.437" v="465" actId="478"/>
          <ac:picMkLst>
            <pc:docMk/>
            <pc:sldMk cId="2689213611" sldId="262"/>
            <ac:picMk id="1032" creationId="{FF87EAF8-5213-0FCC-8C98-B9AD5FF62219}"/>
          </ac:picMkLst>
        </pc:picChg>
      </pc:sldChg>
      <pc:sldChg chg="addSp delSp modSp add mod addAnim delAnim">
        <pc:chgData name="Renan Xavier Cortes" userId="d6af805853004405" providerId="LiveId" clId="{6CBA8CAD-390F-4A11-B907-BBB4B6E0B449}" dt="2026-01-21T18:21:07.371" v="1042" actId="1076"/>
        <pc:sldMkLst>
          <pc:docMk/>
          <pc:sldMk cId="1495373715" sldId="263"/>
        </pc:sldMkLst>
        <pc:spChg chg="add mod">
          <ac:chgData name="Renan Xavier Cortes" userId="d6af805853004405" providerId="LiveId" clId="{6CBA8CAD-390F-4A11-B907-BBB4B6E0B449}" dt="2026-01-21T13:01:54.451" v="356" actId="1076"/>
          <ac:spMkLst>
            <pc:docMk/>
            <pc:sldMk cId="1495373715" sldId="263"/>
            <ac:spMk id="6" creationId="{E4A74DC5-A696-506E-884C-C89CEEA7D8F7}"/>
          </ac:spMkLst>
        </pc:spChg>
        <pc:spChg chg="mod">
          <ac:chgData name="Renan Xavier Cortes" userId="d6af805853004405" providerId="LiveId" clId="{6CBA8CAD-390F-4A11-B907-BBB4B6E0B449}" dt="2026-01-21T18:21:07.371" v="1042" actId="1076"/>
          <ac:spMkLst>
            <pc:docMk/>
            <pc:sldMk cId="1495373715" sldId="263"/>
            <ac:spMk id="8" creationId="{39AE06C5-34BE-4D68-97C3-4C07702C2DF6}"/>
          </ac:spMkLst>
        </pc:spChg>
        <pc:spChg chg="add del mod">
          <ac:chgData name="Renan Xavier Cortes" userId="d6af805853004405" providerId="LiveId" clId="{6CBA8CAD-390F-4A11-B907-BBB4B6E0B449}" dt="2026-01-21T13:00:39.412" v="323" actId="478"/>
          <ac:spMkLst>
            <pc:docMk/>
            <pc:sldMk cId="1495373715" sldId="263"/>
            <ac:spMk id="14" creationId="{427DBFEB-81BF-4CC3-A411-FBF43D295C56}"/>
          </ac:spMkLst>
        </pc:spChg>
        <pc:picChg chg="add mod">
          <ac:chgData name="Renan Xavier Cortes" userId="d6af805853004405" providerId="LiveId" clId="{6CBA8CAD-390F-4A11-B907-BBB4B6E0B449}" dt="2026-01-21T13:01:23.017" v="328" actId="1076"/>
          <ac:picMkLst>
            <pc:docMk/>
            <pc:sldMk cId="1495373715" sldId="263"/>
            <ac:picMk id="5" creationId="{99503125-E213-E8F6-DAF3-BEC6F775BCC7}"/>
          </ac:picMkLst>
        </pc:picChg>
        <pc:picChg chg="del">
          <ac:chgData name="Renan Xavier Cortes" userId="d6af805853004405" providerId="LiveId" clId="{6CBA8CAD-390F-4A11-B907-BBB4B6E0B449}" dt="2026-01-21T12:57:41.054" v="267" actId="478"/>
          <ac:picMkLst>
            <pc:docMk/>
            <pc:sldMk cId="1495373715" sldId="263"/>
            <ac:picMk id="1026" creationId="{3AF06A5C-D23B-2668-9192-9EBD3941659A}"/>
          </ac:picMkLst>
        </pc:picChg>
      </pc:sldChg>
      <pc:sldChg chg="addSp delSp modSp add mod delAnim modAnim">
        <pc:chgData name="Renan Xavier Cortes" userId="d6af805853004405" providerId="LiveId" clId="{6CBA8CAD-390F-4A11-B907-BBB4B6E0B449}" dt="2026-01-21T18:27:56.296" v="1244"/>
        <pc:sldMkLst>
          <pc:docMk/>
          <pc:sldMk cId="612877480" sldId="264"/>
        </pc:sldMkLst>
        <pc:spChg chg="add mod">
          <ac:chgData name="Renan Xavier Cortes" userId="d6af805853004405" providerId="LiveId" clId="{6CBA8CAD-390F-4A11-B907-BBB4B6E0B449}" dt="2026-01-21T13:36:06.850" v="841" actId="1076"/>
          <ac:spMkLst>
            <pc:docMk/>
            <pc:sldMk cId="612877480" sldId="264"/>
            <ac:spMk id="4" creationId="{A3F14000-383F-850F-E6AA-F5007930D551}"/>
          </ac:spMkLst>
        </pc:spChg>
        <pc:spChg chg="mod">
          <ac:chgData name="Renan Xavier Cortes" userId="d6af805853004405" providerId="LiveId" clId="{6CBA8CAD-390F-4A11-B907-BBB4B6E0B449}" dt="2026-01-21T18:21:07.154" v="1041" actId="1076"/>
          <ac:spMkLst>
            <pc:docMk/>
            <pc:sldMk cId="612877480" sldId="264"/>
            <ac:spMk id="8" creationId="{39AE06C5-34BE-4D68-97C3-4C07702C2DF6}"/>
          </ac:spMkLst>
        </pc:spChg>
        <pc:spChg chg="del mod">
          <ac:chgData name="Renan Xavier Cortes" userId="d6af805853004405" providerId="LiveId" clId="{6CBA8CAD-390F-4A11-B907-BBB4B6E0B449}" dt="2026-01-21T13:14:12.001" v="508" actId="478"/>
          <ac:spMkLst>
            <pc:docMk/>
            <pc:sldMk cId="612877480" sldId="264"/>
            <ac:spMk id="14" creationId="{427DBFEB-81BF-4CC3-A411-FBF43D295C56}"/>
          </ac:spMkLst>
        </pc:spChg>
        <pc:picChg chg="del">
          <ac:chgData name="Renan Xavier Cortes" userId="d6af805853004405" providerId="LiveId" clId="{6CBA8CAD-390F-4A11-B907-BBB4B6E0B449}" dt="2026-01-21T13:00:47.167" v="326" actId="478"/>
          <ac:picMkLst>
            <pc:docMk/>
            <pc:sldMk cId="612877480" sldId="264"/>
            <ac:picMk id="5" creationId="{99503125-E213-E8F6-DAF3-BEC6F775BCC7}"/>
          </ac:picMkLst>
        </pc:picChg>
        <pc:picChg chg="add del mod">
          <ac:chgData name="Renan Xavier Cortes" userId="d6af805853004405" providerId="LiveId" clId="{6CBA8CAD-390F-4A11-B907-BBB4B6E0B449}" dt="2026-01-21T13:09:02.318" v="445" actId="478"/>
          <ac:picMkLst>
            <pc:docMk/>
            <pc:sldMk cId="612877480" sldId="264"/>
            <ac:picMk id="2050" creationId="{4E6A8334-909C-5345-FD38-6DE6C71617FE}"/>
          </ac:picMkLst>
        </pc:picChg>
        <pc:picChg chg="add del mod">
          <ac:chgData name="Renan Xavier Cortes" userId="d6af805853004405" providerId="LiveId" clId="{6CBA8CAD-390F-4A11-B907-BBB4B6E0B449}" dt="2026-01-21T13:09:02.823" v="446" actId="478"/>
          <ac:picMkLst>
            <pc:docMk/>
            <pc:sldMk cId="612877480" sldId="264"/>
            <ac:picMk id="2052" creationId="{A4619851-0E89-7971-65B8-8C06288BD402}"/>
          </ac:picMkLst>
        </pc:picChg>
        <pc:picChg chg="add mod">
          <ac:chgData name="Renan Xavier Cortes" userId="d6af805853004405" providerId="LiveId" clId="{6CBA8CAD-390F-4A11-B907-BBB4B6E0B449}" dt="2026-01-21T13:18:06.064" v="616" actId="1076"/>
          <ac:picMkLst>
            <pc:docMk/>
            <pc:sldMk cId="612877480" sldId="264"/>
            <ac:picMk id="2054" creationId="{9BBBB796-11B1-9E9B-9024-C023ED27709B}"/>
          </ac:picMkLst>
        </pc:picChg>
        <pc:picChg chg="add mod">
          <ac:chgData name="Renan Xavier Cortes" userId="d6af805853004405" providerId="LiveId" clId="{6CBA8CAD-390F-4A11-B907-BBB4B6E0B449}" dt="2026-01-21T13:35:54.165" v="840" actId="1076"/>
          <ac:picMkLst>
            <pc:docMk/>
            <pc:sldMk cId="612877480" sldId="264"/>
            <ac:picMk id="2056" creationId="{750C220B-DEEE-CE57-43CB-5AB737C5E7AC}"/>
          </ac:picMkLst>
        </pc:picChg>
        <pc:picChg chg="add del mod">
          <ac:chgData name="Renan Xavier Cortes" userId="d6af805853004405" providerId="LiveId" clId="{6CBA8CAD-390F-4A11-B907-BBB4B6E0B449}" dt="2026-01-21T13:34:49.369" v="767" actId="478"/>
          <ac:picMkLst>
            <pc:docMk/>
            <pc:sldMk cId="612877480" sldId="264"/>
            <ac:picMk id="2058" creationId="{04060264-FEF9-2D28-9DF9-52482BDA4C9B}"/>
          </ac:picMkLst>
        </pc:picChg>
      </pc:sldChg>
      <pc:sldChg chg="modSp add modAnim">
        <pc:chgData name="Renan Xavier Cortes" userId="d6af805853004405" providerId="LiveId" clId="{6CBA8CAD-390F-4A11-B907-BBB4B6E0B449}" dt="2026-01-21T18:28:01.649" v="1246"/>
        <pc:sldMkLst>
          <pc:docMk/>
          <pc:sldMk cId="607923279" sldId="265"/>
        </pc:sldMkLst>
        <pc:spChg chg="mod">
          <ac:chgData name="Renan Xavier Cortes" userId="d6af805853004405" providerId="LiveId" clId="{6CBA8CAD-390F-4A11-B907-BBB4B6E0B449}" dt="2026-01-21T13:20:28.364" v="734" actId="5793"/>
          <ac:spMkLst>
            <pc:docMk/>
            <pc:sldMk cId="607923279" sldId="265"/>
            <ac:spMk id="14" creationId="{427DBFEB-81BF-4CC3-A411-FBF43D295C56}"/>
          </ac:spMkLst>
        </pc:spChg>
        <pc:picChg chg="mod">
          <ac:chgData name="Renan Xavier Cortes" userId="d6af805853004405" providerId="LiveId" clId="{6CBA8CAD-390F-4A11-B907-BBB4B6E0B449}" dt="2026-01-21T13:20:33.305" v="736" actId="1076"/>
          <ac:picMkLst>
            <pc:docMk/>
            <pc:sldMk cId="607923279" sldId="265"/>
            <ac:picMk id="2050" creationId="{4E6A8334-909C-5345-FD38-6DE6C71617FE}"/>
          </ac:picMkLst>
        </pc:picChg>
        <pc:picChg chg="mod">
          <ac:chgData name="Renan Xavier Cortes" userId="d6af805853004405" providerId="LiveId" clId="{6CBA8CAD-390F-4A11-B907-BBB4B6E0B449}" dt="2026-01-21T13:20:35.259" v="737" actId="14100"/>
          <ac:picMkLst>
            <pc:docMk/>
            <pc:sldMk cId="607923279" sldId="265"/>
            <ac:picMk id="2052" creationId="{A4619851-0E89-7971-65B8-8C06288BD402}"/>
          </ac:picMkLst>
        </pc:picChg>
      </pc:sldChg>
      <pc:sldChg chg="delSp add del">
        <pc:chgData name="Renan Xavier Cortes" userId="d6af805853004405" providerId="LiveId" clId="{6CBA8CAD-390F-4A11-B907-BBB4B6E0B449}" dt="2026-01-21T13:31:31.518" v="744" actId="47"/>
        <pc:sldMkLst>
          <pc:docMk/>
          <pc:sldMk cId="2167676923" sldId="266"/>
        </pc:sldMkLst>
        <pc:picChg chg="del">
          <ac:chgData name="Renan Xavier Cortes" userId="d6af805853004405" providerId="LiveId" clId="{6CBA8CAD-390F-4A11-B907-BBB4B6E0B449}" dt="2026-01-21T13:30:49.800" v="741" actId="478"/>
          <ac:picMkLst>
            <pc:docMk/>
            <pc:sldMk cId="2167676923" sldId="266"/>
            <ac:picMk id="2054" creationId="{9BBBB796-11B1-9E9B-9024-C023ED27709B}"/>
          </ac:picMkLst>
        </pc:picChg>
        <pc:picChg chg="del">
          <ac:chgData name="Renan Xavier Cortes" userId="d6af805853004405" providerId="LiveId" clId="{6CBA8CAD-390F-4A11-B907-BBB4B6E0B449}" dt="2026-01-21T13:30:50.789" v="743" actId="478"/>
          <ac:picMkLst>
            <pc:docMk/>
            <pc:sldMk cId="2167676923" sldId="266"/>
            <ac:picMk id="2056" creationId="{750C220B-DEEE-CE57-43CB-5AB737C5E7AC}"/>
          </ac:picMkLst>
        </pc:picChg>
        <pc:picChg chg="del">
          <ac:chgData name="Renan Xavier Cortes" userId="d6af805853004405" providerId="LiveId" clId="{6CBA8CAD-390F-4A11-B907-BBB4B6E0B449}" dt="2026-01-21T13:30:50.246" v="742" actId="478"/>
          <ac:picMkLst>
            <pc:docMk/>
            <pc:sldMk cId="2167676923" sldId="266"/>
            <ac:picMk id="2058" creationId="{04060264-FEF9-2D28-9DF9-52482BDA4C9B}"/>
          </ac:picMkLst>
        </pc:picChg>
      </pc:sldChg>
      <pc:sldChg chg="delSp modSp add mod modAnim">
        <pc:chgData name="Renan Xavier Cortes" userId="d6af805853004405" providerId="LiveId" clId="{6CBA8CAD-390F-4A11-B907-BBB4B6E0B449}" dt="2026-01-21T18:27:58.688" v="1245"/>
        <pc:sldMkLst>
          <pc:docMk/>
          <pc:sldMk cId="3391640227" sldId="266"/>
        </pc:sldMkLst>
        <pc:spChg chg="mod">
          <ac:chgData name="Renan Xavier Cortes" userId="d6af805853004405" providerId="LiveId" clId="{6CBA8CAD-390F-4A11-B907-BBB4B6E0B449}" dt="2026-01-21T13:42:03.435" v="944" actId="20577"/>
          <ac:spMkLst>
            <pc:docMk/>
            <pc:sldMk cId="3391640227" sldId="266"/>
            <ac:spMk id="4" creationId="{A3F14000-383F-850F-E6AA-F5007930D551}"/>
          </ac:spMkLst>
        </pc:spChg>
        <pc:spChg chg="mod">
          <ac:chgData name="Renan Xavier Cortes" userId="d6af805853004405" providerId="LiveId" clId="{6CBA8CAD-390F-4A11-B907-BBB4B6E0B449}" dt="2026-01-21T18:21:06.912" v="1040" actId="1076"/>
          <ac:spMkLst>
            <pc:docMk/>
            <pc:sldMk cId="3391640227" sldId="266"/>
            <ac:spMk id="8" creationId="{39AE06C5-34BE-4D68-97C3-4C07702C2DF6}"/>
          </ac:spMkLst>
        </pc:spChg>
        <pc:picChg chg="del">
          <ac:chgData name="Renan Xavier Cortes" userId="d6af805853004405" providerId="LiveId" clId="{6CBA8CAD-390F-4A11-B907-BBB4B6E0B449}" dt="2026-01-21T13:32:08.926" v="746" actId="478"/>
          <ac:picMkLst>
            <pc:docMk/>
            <pc:sldMk cId="3391640227" sldId="266"/>
            <ac:picMk id="2054" creationId="{9BBBB796-11B1-9E9B-9024-C023ED27709B}"/>
          </ac:picMkLst>
        </pc:picChg>
        <pc:picChg chg="del">
          <ac:chgData name="Renan Xavier Cortes" userId="d6af805853004405" providerId="LiveId" clId="{6CBA8CAD-390F-4A11-B907-BBB4B6E0B449}" dt="2026-01-21T13:32:10.004" v="748" actId="478"/>
          <ac:picMkLst>
            <pc:docMk/>
            <pc:sldMk cId="3391640227" sldId="266"/>
            <ac:picMk id="2056" creationId="{750C220B-DEEE-CE57-43CB-5AB737C5E7AC}"/>
          </ac:picMkLst>
        </pc:picChg>
        <pc:picChg chg="del">
          <ac:chgData name="Renan Xavier Cortes" userId="d6af805853004405" providerId="LiveId" clId="{6CBA8CAD-390F-4A11-B907-BBB4B6E0B449}" dt="2026-01-21T13:32:09.372" v="747" actId="478"/>
          <ac:picMkLst>
            <pc:docMk/>
            <pc:sldMk cId="3391640227" sldId="266"/>
            <ac:picMk id="2058" creationId="{04060264-FEF9-2D28-9DF9-52482BDA4C9B}"/>
          </ac:picMkLst>
        </pc:picChg>
      </pc:sldChg>
      <pc:sldChg chg="addSp delSp modSp add mod delAnim modAnim">
        <pc:chgData name="Renan Xavier Cortes" userId="d6af805853004405" providerId="LiveId" clId="{6CBA8CAD-390F-4A11-B907-BBB4B6E0B449}" dt="2026-01-21T18:28:05.192" v="1247"/>
        <pc:sldMkLst>
          <pc:docMk/>
          <pc:sldMk cId="1343228278" sldId="267"/>
        </pc:sldMkLst>
        <pc:spChg chg="add mod">
          <ac:chgData name="Renan Xavier Cortes" userId="d6af805853004405" providerId="LiveId" clId="{6CBA8CAD-390F-4A11-B907-BBB4B6E0B449}" dt="2026-01-21T13:42:09.587" v="946" actId="20577"/>
          <ac:spMkLst>
            <pc:docMk/>
            <pc:sldMk cId="1343228278" sldId="267"/>
            <ac:spMk id="4" creationId="{4B84190D-BF19-CEFE-E86D-F0B0EBBA7C0B}"/>
          </ac:spMkLst>
        </pc:spChg>
        <pc:spChg chg="add">
          <ac:chgData name="Renan Xavier Cortes" userId="d6af805853004405" providerId="LiveId" clId="{6CBA8CAD-390F-4A11-B907-BBB4B6E0B449}" dt="2026-01-21T13:40:12.521" v="911"/>
          <ac:spMkLst>
            <pc:docMk/>
            <pc:sldMk cId="1343228278" sldId="267"/>
            <ac:spMk id="5" creationId="{761FBCEB-4A99-0E96-EB2F-126B5E2ADEDE}"/>
          </ac:spMkLst>
        </pc:spChg>
        <pc:spChg chg="add">
          <ac:chgData name="Renan Xavier Cortes" userId="d6af805853004405" providerId="LiveId" clId="{6CBA8CAD-390F-4A11-B907-BBB4B6E0B449}" dt="2026-01-21T13:40:28.193" v="916"/>
          <ac:spMkLst>
            <pc:docMk/>
            <pc:sldMk cId="1343228278" sldId="267"/>
            <ac:spMk id="6" creationId="{23BAF368-5B04-A6D4-F4BA-78FE4BDB80E1}"/>
          </ac:spMkLst>
        </pc:spChg>
        <pc:spChg chg="del mod">
          <ac:chgData name="Renan Xavier Cortes" userId="d6af805853004405" providerId="LiveId" clId="{6CBA8CAD-390F-4A11-B907-BBB4B6E0B449}" dt="2026-01-21T13:38:48.266" v="879" actId="478"/>
          <ac:spMkLst>
            <pc:docMk/>
            <pc:sldMk cId="1343228278" sldId="267"/>
            <ac:spMk id="14" creationId="{427DBFEB-81BF-4CC3-A411-FBF43D295C56}"/>
          </ac:spMkLst>
        </pc:spChg>
        <pc:picChg chg="del">
          <ac:chgData name="Renan Xavier Cortes" userId="d6af805853004405" providerId="LiveId" clId="{6CBA8CAD-390F-4A11-B907-BBB4B6E0B449}" dt="2026-01-21T13:37:26.842" v="850" actId="478"/>
          <ac:picMkLst>
            <pc:docMk/>
            <pc:sldMk cId="1343228278" sldId="267"/>
            <ac:picMk id="2050" creationId="{4E6A8334-909C-5345-FD38-6DE6C71617FE}"/>
          </ac:picMkLst>
        </pc:picChg>
        <pc:picChg chg="del">
          <ac:chgData name="Renan Xavier Cortes" userId="d6af805853004405" providerId="LiveId" clId="{6CBA8CAD-390F-4A11-B907-BBB4B6E0B449}" dt="2026-01-21T13:37:27.155" v="851" actId="478"/>
          <ac:picMkLst>
            <pc:docMk/>
            <pc:sldMk cId="1343228278" sldId="267"/>
            <ac:picMk id="2052" creationId="{A4619851-0E89-7971-65B8-8C06288BD402}"/>
          </ac:picMkLst>
        </pc:picChg>
        <pc:picChg chg="add">
          <ac:chgData name="Renan Xavier Cortes" userId="d6af805853004405" providerId="LiveId" clId="{6CBA8CAD-390F-4A11-B907-BBB4B6E0B449}" dt="2026-01-21T13:40:12.521" v="911"/>
          <ac:picMkLst>
            <pc:docMk/>
            <pc:sldMk cId="1343228278" sldId="267"/>
            <ac:picMk id="5122" creationId="{0EFA11CA-E7DF-AF44-7C52-1A7BCD0EF98A}"/>
          </ac:picMkLst>
        </pc:picChg>
        <pc:picChg chg="add">
          <ac:chgData name="Renan Xavier Cortes" userId="d6af805853004405" providerId="LiveId" clId="{6CBA8CAD-390F-4A11-B907-BBB4B6E0B449}" dt="2026-01-21T13:40:12.521" v="911"/>
          <ac:picMkLst>
            <pc:docMk/>
            <pc:sldMk cId="1343228278" sldId="267"/>
            <ac:picMk id="5123" creationId="{17A06DBE-F56F-D7CF-5D37-101F12487686}"/>
          </ac:picMkLst>
        </pc:picChg>
        <pc:picChg chg="add">
          <ac:chgData name="Renan Xavier Cortes" userId="d6af805853004405" providerId="LiveId" clId="{6CBA8CAD-390F-4A11-B907-BBB4B6E0B449}" dt="2026-01-21T13:40:12.521" v="911"/>
          <ac:picMkLst>
            <pc:docMk/>
            <pc:sldMk cId="1343228278" sldId="267"/>
            <ac:picMk id="5124" creationId="{D0F78DC5-EBA6-F8C1-B608-9845395822CB}"/>
          </ac:picMkLst>
        </pc:picChg>
        <pc:picChg chg="add">
          <ac:chgData name="Renan Xavier Cortes" userId="d6af805853004405" providerId="LiveId" clId="{6CBA8CAD-390F-4A11-B907-BBB4B6E0B449}" dt="2026-01-21T13:40:12.521" v="911"/>
          <ac:picMkLst>
            <pc:docMk/>
            <pc:sldMk cId="1343228278" sldId="267"/>
            <ac:picMk id="5125" creationId="{54E39B7E-F8EF-4086-9DF4-84532F950252}"/>
          </ac:picMkLst>
        </pc:picChg>
        <pc:picChg chg="add">
          <ac:chgData name="Renan Xavier Cortes" userId="d6af805853004405" providerId="LiveId" clId="{6CBA8CAD-390F-4A11-B907-BBB4B6E0B449}" dt="2026-01-21T13:40:12.521" v="911"/>
          <ac:picMkLst>
            <pc:docMk/>
            <pc:sldMk cId="1343228278" sldId="267"/>
            <ac:picMk id="5126" creationId="{5ADF0543-3E47-7B59-14CE-9E32F05955F4}"/>
          </ac:picMkLst>
        </pc:picChg>
        <pc:picChg chg="add">
          <ac:chgData name="Renan Xavier Cortes" userId="d6af805853004405" providerId="LiveId" clId="{6CBA8CAD-390F-4A11-B907-BBB4B6E0B449}" dt="2026-01-21T13:40:12.521" v="911"/>
          <ac:picMkLst>
            <pc:docMk/>
            <pc:sldMk cId="1343228278" sldId="267"/>
            <ac:picMk id="5127" creationId="{67FDB388-93D8-C347-BB8B-043340CBCCFC}"/>
          </ac:picMkLst>
        </pc:picChg>
        <pc:picChg chg="add">
          <ac:chgData name="Renan Xavier Cortes" userId="d6af805853004405" providerId="LiveId" clId="{6CBA8CAD-390F-4A11-B907-BBB4B6E0B449}" dt="2026-01-21T13:40:28.193" v="916"/>
          <ac:picMkLst>
            <pc:docMk/>
            <pc:sldMk cId="1343228278" sldId="267"/>
            <ac:picMk id="5129" creationId="{284947AA-7AA3-F62A-866F-6A1A3BEEABEF}"/>
          </ac:picMkLst>
        </pc:picChg>
        <pc:picChg chg="add">
          <ac:chgData name="Renan Xavier Cortes" userId="d6af805853004405" providerId="LiveId" clId="{6CBA8CAD-390F-4A11-B907-BBB4B6E0B449}" dt="2026-01-21T13:40:28.193" v="916"/>
          <ac:picMkLst>
            <pc:docMk/>
            <pc:sldMk cId="1343228278" sldId="267"/>
            <ac:picMk id="5130" creationId="{C98BC9A4-C207-F1E1-7341-3A1B70215058}"/>
          </ac:picMkLst>
        </pc:picChg>
        <pc:picChg chg="add">
          <ac:chgData name="Renan Xavier Cortes" userId="d6af805853004405" providerId="LiveId" clId="{6CBA8CAD-390F-4A11-B907-BBB4B6E0B449}" dt="2026-01-21T13:40:28.193" v="916"/>
          <ac:picMkLst>
            <pc:docMk/>
            <pc:sldMk cId="1343228278" sldId="267"/>
            <ac:picMk id="5131" creationId="{375CC78C-4981-2DA9-88E6-EFB2FD84677E}"/>
          </ac:picMkLst>
        </pc:picChg>
        <pc:picChg chg="add">
          <ac:chgData name="Renan Xavier Cortes" userId="d6af805853004405" providerId="LiveId" clId="{6CBA8CAD-390F-4A11-B907-BBB4B6E0B449}" dt="2026-01-21T13:40:28.193" v="916"/>
          <ac:picMkLst>
            <pc:docMk/>
            <pc:sldMk cId="1343228278" sldId="267"/>
            <ac:picMk id="5132" creationId="{5F0B81A0-9240-D916-E71A-E6D3F50B265A}"/>
          </ac:picMkLst>
        </pc:picChg>
        <pc:picChg chg="add">
          <ac:chgData name="Renan Xavier Cortes" userId="d6af805853004405" providerId="LiveId" clId="{6CBA8CAD-390F-4A11-B907-BBB4B6E0B449}" dt="2026-01-21T13:40:28.193" v="916"/>
          <ac:picMkLst>
            <pc:docMk/>
            <pc:sldMk cId="1343228278" sldId="267"/>
            <ac:picMk id="5133" creationId="{21770704-1681-BDE9-B7A7-EE6D8264F71A}"/>
          </ac:picMkLst>
        </pc:picChg>
        <pc:picChg chg="add">
          <ac:chgData name="Renan Xavier Cortes" userId="d6af805853004405" providerId="LiveId" clId="{6CBA8CAD-390F-4A11-B907-BBB4B6E0B449}" dt="2026-01-21T13:40:28.193" v="916"/>
          <ac:picMkLst>
            <pc:docMk/>
            <pc:sldMk cId="1343228278" sldId="267"/>
            <ac:picMk id="5134" creationId="{DD427550-CCC4-E20C-CF8C-A439F0C0E9D2}"/>
          </ac:picMkLst>
        </pc:picChg>
      </pc:sldChg>
      <pc:sldChg chg="addSp delSp modSp add mod addAnim delAnim modAnim">
        <pc:chgData name="Renan Xavier Cortes" userId="d6af805853004405" providerId="LiveId" clId="{6CBA8CAD-390F-4A11-B907-BBB4B6E0B449}" dt="2026-01-21T20:59:32.449" v="2258" actId="1076"/>
        <pc:sldMkLst>
          <pc:docMk/>
          <pc:sldMk cId="4060517312" sldId="268"/>
        </pc:sldMkLst>
        <pc:spChg chg="add del mod">
          <ac:chgData name="Renan Xavier Cortes" userId="d6af805853004405" providerId="LiveId" clId="{6CBA8CAD-390F-4A11-B907-BBB4B6E0B449}" dt="2026-01-21T20:59:28.978" v="2257" actId="1076"/>
          <ac:spMkLst>
            <pc:docMk/>
            <pc:sldMk cId="4060517312" sldId="268"/>
            <ac:spMk id="4" creationId="{4B84190D-BF19-CEFE-E86D-F0B0EBBA7C0B}"/>
          </ac:spMkLst>
        </pc:spChg>
        <pc:spChg chg="mod">
          <ac:chgData name="Renan Xavier Cortes" userId="d6af805853004405" providerId="LiveId" clId="{6CBA8CAD-390F-4A11-B907-BBB4B6E0B449}" dt="2026-01-21T20:59:32.449" v="2258" actId="1076"/>
          <ac:spMkLst>
            <pc:docMk/>
            <pc:sldMk cId="4060517312" sldId="268"/>
            <ac:spMk id="8" creationId="{39AE06C5-34BE-4D68-97C3-4C07702C2DF6}"/>
          </ac:spMkLst>
        </pc:spChg>
      </pc:sldChg>
      <pc:sldChg chg="addSp delSp modSp add mod modAnim">
        <pc:chgData name="Renan Xavier Cortes" userId="d6af805853004405" providerId="LiveId" clId="{6CBA8CAD-390F-4A11-B907-BBB4B6E0B449}" dt="2026-01-21T19:57:31.132" v="2031" actId="1076"/>
        <pc:sldMkLst>
          <pc:docMk/>
          <pc:sldMk cId="2280539132" sldId="269"/>
        </pc:sldMkLst>
        <pc:spChg chg="mod">
          <ac:chgData name="Renan Xavier Cortes" userId="d6af805853004405" providerId="LiveId" clId="{6CBA8CAD-390F-4A11-B907-BBB4B6E0B449}" dt="2026-01-21T19:29:34.350" v="1988" actId="20577"/>
          <ac:spMkLst>
            <pc:docMk/>
            <pc:sldMk cId="2280539132" sldId="269"/>
            <ac:spMk id="4" creationId="{4B84190D-BF19-CEFE-E86D-F0B0EBBA7C0B}"/>
          </ac:spMkLst>
        </pc:spChg>
        <pc:spChg chg="mod">
          <ac:chgData name="Renan Xavier Cortes" userId="d6af805853004405" providerId="LiveId" clId="{6CBA8CAD-390F-4A11-B907-BBB4B6E0B449}" dt="2026-01-21T19:28:38.900" v="1982" actId="20577"/>
          <ac:spMkLst>
            <pc:docMk/>
            <pc:sldMk cId="2280539132" sldId="269"/>
            <ac:spMk id="8" creationId="{39AE06C5-34BE-4D68-97C3-4C07702C2DF6}"/>
          </ac:spMkLst>
        </pc:spChg>
        <pc:picChg chg="add del mod">
          <ac:chgData name="Renan Xavier Cortes" userId="d6af805853004405" providerId="LiveId" clId="{6CBA8CAD-390F-4A11-B907-BBB4B6E0B449}" dt="2026-01-21T19:36:40.507" v="1993" actId="478"/>
          <ac:picMkLst>
            <pc:docMk/>
            <pc:sldMk cId="2280539132" sldId="269"/>
            <ac:picMk id="6" creationId="{1FF55C8A-24A1-2834-88D3-7F49B46E12DA}"/>
          </ac:picMkLst>
        </pc:picChg>
        <pc:picChg chg="add del mod">
          <ac:chgData name="Renan Xavier Cortes" userId="d6af805853004405" providerId="LiveId" clId="{6CBA8CAD-390F-4A11-B907-BBB4B6E0B449}" dt="2026-01-21T19:57:20.787" v="2028" actId="478"/>
          <ac:picMkLst>
            <pc:docMk/>
            <pc:sldMk cId="2280539132" sldId="269"/>
            <ac:picMk id="10" creationId="{DB7C7009-8D56-695C-4B6E-E9C1203D95EF}"/>
          </ac:picMkLst>
        </pc:picChg>
        <pc:picChg chg="add mod">
          <ac:chgData name="Renan Xavier Cortes" userId="d6af805853004405" providerId="LiveId" clId="{6CBA8CAD-390F-4A11-B907-BBB4B6E0B449}" dt="2026-01-21T19:57:31.132" v="2031" actId="1076"/>
          <ac:picMkLst>
            <pc:docMk/>
            <pc:sldMk cId="2280539132" sldId="269"/>
            <ac:picMk id="12" creationId="{387B2521-0873-2B44-23CB-06F158F17A95}"/>
          </ac:picMkLst>
        </pc:picChg>
        <pc:picChg chg="add del">
          <ac:chgData name="Renan Xavier Cortes" userId="d6af805853004405" providerId="LiveId" clId="{6CBA8CAD-390F-4A11-B907-BBB4B6E0B449}" dt="2026-01-21T19:34:39.537" v="1990" actId="478"/>
          <ac:picMkLst>
            <pc:docMk/>
            <pc:sldMk cId="2280539132" sldId="269"/>
            <ac:picMk id="14338" creationId="{6E12BE7A-2157-D78B-66BE-B4AFC6F10B8A}"/>
          </ac:picMkLst>
        </pc:picChg>
      </pc:sldChg>
      <pc:sldChg chg="addSp delSp modSp add mod modAnim">
        <pc:chgData name="Renan Xavier Cortes" userId="d6af805853004405" providerId="LiveId" clId="{6CBA8CAD-390F-4A11-B907-BBB4B6E0B449}" dt="2026-01-21T21:00:27.912" v="2261"/>
        <pc:sldMkLst>
          <pc:docMk/>
          <pc:sldMk cId="1218368481" sldId="270"/>
        </pc:sldMkLst>
        <pc:spChg chg="mod">
          <ac:chgData name="Renan Xavier Cortes" userId="d6af805853004405" providerId="LiveId" clId="{6CBA8CAD-390F-4A11-B907-BBB4B6E0B449}" dt="2026-01-21T19:44:08.525" v="2021" actId="20577"/>
          <ac:spMkLst>
            <pc:docMk/>
            <pc:sldMk cId="1218368481" sldId="270"/>
            <ac:spMk id="4" creationId="{4B84190D-BF19-CEFE-E86D-F0B0EBBA7C0B}"/>
          </ac:spMkLst>
        </pc:spChg>
        <pc:spChg chg="add mod">
          <ac:chgData name="Renan Xavier Cortes" userId="d6af805853004405" providerId="LiveId" clId="{6CBA8CAD-390F-4A11-B907-BBB4B6E0B449}" dt="2026-01-21T19:44:20.030" v="2023"/>
          <ac:spMkLst>
            <pc:docMk/>
            <pc:sldMk cId="1218368481" sldId="270"/>
            <ac:spMk id="5" creationId="{F2A97601-E2DD-3BBC-74F4-2EA087A13F98}"/>
          </ac:spMkLst>
        </pc:spChg>
        <pc:spChg chg="add del">
          <ac:chgData name="Renan Xavier Cortes" userId="d6af805853004405" providerId="LiveId" clId="{6CBA8CAD-390F-4A11-B907-BBB4B6E0B449}" dt="2026-01-21T19:44:44.857" v="2025" actId="478"/>
          <ac:spMkLst>
            <pc:docMk/>
            <pc:sldMk cId="1218368481" sldId="270"/>
            <ac:spMk id="6" creationId="{5DA31ED7-3101-E188-86DD-5907439477B8}"/>
          </ac:spMkLst>
        </pc:spChg>
        <pc:spChg chg="del">
          <ac:chgData name="Renan Xavier Cortes" userId="d6af805853004405" providerId="LiveId" clId="{6CBA8CAD-390F-4A11-B907-BBB4B6E0B449}" dt="2026-01-21T19:44:19.710" v="2022" actId="478"/>
          <ac:spMkLst>
            <pc:docMk/>
            <pc:sldMk cId="1218368481" sldId="270"/>
            <ac:spMk id="8" creationId="{39AE06C5-34BE-4D68-97C3-4C07702C2DF6}"/>
          </ac:spMkLst>
        </pc:spChg>
        <pc:spChg chg="add mod">
          <ac:chgData name="Renan Xavier Cortes" userId="d6af805853004405" providerId="LiveId" clId="{6CBA8CAD-390F-4A11-B907-BBB4B6E0B449}" dt="2026-01-21T19:44:51.612" v="2027" actId="14100"/>
          <ac:spMkLst>
            <pc:docMk/>
            <pc:sldMk cId="1218368481" sldId="270"/>
            <ac:spMk id="9" creationId="{8D99C18C-4384-15B5-AE25-CA173BF5FF2A}"/>
          </ac:spMkLst>
        </pc:spChg>
        <pc:picChg chg="add mod">
          <ac:chgData name="Renan Xavier Cortes" userId="d6af805853004405" providerId="LiveId" clId="{6CBA8CAD-390F-4A11-B907-BBB4B6E0B449}" dt="2026-01-21T20:09:57.973" v="2038" actId="1076"/>
          <ac:picMkLst>
            <pc:docMk/>
            <pc:sldMk cId="1218368481" sldId="270"/>
            <ac:picMk id="11" creationId="{61149965-3367-6BC9-6804-26C7F2A938B0}"/>
          </ac:picMkLst>
        </pc:picChg>
      </pc:sldChg>
      <pc:sldChg chg="addSp modSp add mod modAnim">
        <pc:chgData name="Renan Xavier Cortes" userId="d6af805853004405" providerId="LiveId" clId="{6CBA8CAD-390F-4A11-B907-BBB4B6E0B449}" dt="2026-01-21T21:00:44.298" v="2266"/>
        <pc:sldMkLst>
          <pc:docMk/>
          <pc:sldMk cId="4045846075" sldId="271"/>
        </pc:sldMkLst>
        <pc:spChg chg="mod">
          <ac:chgData name="Renan Xavier Cortes" userId="d6af805853004405" providerId="LiveId" clId="{6CBA8CAD-390F-4A11-B907-BBB4B6E0B449}" dt="2026-01-21T20:37:36.926" v="2124" actId="20577"/>
          <ac:spMkLst>
            <pc:docMk/>
            <pc:sldMk cId="4045846075" sldId="271"/>
            <ac:spMk id="4" creationId="{4B84190D-BF19-CEFE-E86D-F0B0EBBA7C0B}"/>
          </ac:spMkLst>
        </pc:spChg>
        <pc:spChg chg="mod">
          <ac:chgData name="Renan Xavier Cortes" userId="d6af805853004405" providerId="LiveId" clId="{6CBA8CAD-390F-4A11-B907-BBB4B6E0B449}" dt="2026-01-21T20:48:01.809" v="2132" actId="404"/>
          <ac:spMkLst>
            <pc:docMk/>
            <pc:sldMk cId="4045846075" sldId="271"/>
            <ac:spMk id="8" creationId="{39AE06C5-34BE-4D68-97C3-4C07702C2DF6}"/>
          </ac:spMkLst>
        </pc:spChg>
        <pc:picChg chg="add mod">
          <ac:chgData name="Renan Xavier Cortes" userId="d6af805853004405" providerId="LiveId" clId="{6CBA8CAD-390F-4A11-B907-BBB4B6E0B449}" dt="2026-01-21T20:47:25.028" v="2126" actId="1076"/>
          <ac:picMkLst>
            <pc:docMk/>
            <pc:sldMk cId="4045846075" sldId="271"/>
            <ac:picMk id="6" creationId="{CB9F02F1-AFED-6149-90A3-CE7F1933A876}"/>
          </ac:picMkLst>
        </pc:picChg>
      </pc:sldChg>
      <pc:sldChg chg="add del">
        <pc:chgData name="Renan Xavier Cortes" userId="d6af805853004405" providerId="LiveId" clId="{6CBA8CAD-390F-4A11-B907-BBB4B6E0B449}" dt="2026-01-21T20:50:53.056" v="2195" actId="47"/>
        <pc:sldMkLst>
          <pc:docMk/>
          <pc:sldMk cId="183140782" sldId="272"/>
        </pc:sldMkLst>
      </pc:sldChg>
      <pc:sldChg chg="add del">
        <pc:chgData name="Renan Xavier Cortes" userId="d6af805853004405" providerId="LiveId" clId="{6CBA8CAD-390F-4A11-B907-BBB4B6E0B449}" dt="2026-01-21T20:50:53.056" v="2195" actId="47"/>
        <pc:sldMkLst>
          <pc:docMk/>
          <pc:sldMk cId="4037360461" sldId="273"/>
        </pc:sldMkLst>
      </pc:sldChg>
      <pc:sldChg chg="addSp delSp modSp add mod modAnim">
        <pc:chgData name="Renan Xavier Cortes" userId="d6af805853004405" providerId="LiveId" clId="{6CBA8CAD-390F-4A11-B907-BBB4B6E0B449}" dt="2026-01-21T20:59:49.591" v="2259" actId="1076"/>
        <pc:sldMkLst>
          <pc:docMk/>
          <pc:sldMk cId="2090754589" sldId="274"/>
        </pc:sldMkLst>
        <pc:spChg chg="mod">
          <ac:chgData name="Renan Xavier Cortes" userId="d6af805853004405" providerId="LiveId" clId="{6CBA8CAD-390F-4A11-B907-BBB4B6E0B449}" dt="2026-01-21T18:25:04.051" v="1202" actId="20577"/>
          <ac:spMkLst>
            <pc:docMk/>
            <pc:sldMk cId="2090754589" sldId="274"/>
            <ac:spMk id="4" creationId="{4B84190D-BF19-CEFE-E86D-F0B0EBBA7C0B}"/>
          </ac:spMkLst>
        </pc:spChg>
        <pc:spChg chg="add mod">
          <ac:chgData name="Renan Xavier Cortes" userId="d6af805853004405" providerId="LiveId" clId="{6CBA8CAD-390F-4A11-B907-BBB4B6E0B449}" dt="2026-01-21T18:25:36.776" v="1227" actId="1076"/>
          <ac:spMkLst>
            <pc:docMk/>
            <pc:sldMk cId="2090754589" sldId="274"/>
            <ac:spMk id="5" creationId="{958B68E6-C144-5060-CA7D-7C17FE22680B}"/>
          </ac:spMkLst>
        </pc:spChg>
        <pc:spChg chg="mod">
          <ac:chgData name="Renan Xavier Cortes" userId="d6af805853004405" providerId="LiveId" clId="{6CBA8CAD-390F-4A11-B907-BBB4B6E0B449}" dt="2026-01-21T20:59:49.591" v="2259" actId="1076"/>
          <ac:spMkLst>
            <pc:docMk/>
            <pc:sldMk cId="2090754589" sldId="274"/>
            <ac:spMk id="8" creationId="{39AE06C5-34BE-4D68-97C3-4C07702C2DF6}"/>
          </ac:spMkLst>
        </pc:spChg>
        <pc:picChg chg="add mod">
          <ac:chgData name="Renan Xavier Cortes" userId="d6af805853004405" providerId="LiveId" clId="{6CBA8CAD-390F-4A11-B907-BBB4B6E0B449}" dt="2026-01-21T18:27:25.221" v="1239" actId="1076"/>
          <ac:picMkLst>
            <pc:docMk/>
            <pc:sldMk cId="2090754589" sldId="274"/>
            <ac:picMk id="9" creationId="{71F18501-07D0-A985-61D0-917B8E1DCA38}"/>
          </ac:picMkLst>
        </pc:picChg>
        <pc:picChg chg="add mod">
          <ac:chgData name="Renan Xavier Cortes" userId="d6af805853004405" providerId="LiveId" clId="{6CBA8CAD-390F-4A11-B907-BBB4B6E0B449}" dt="2026-01-21T18:27:18.724" v="1236" actId="1076"/>
          <ac:picMkLst>
            <pc:docMk/>
            <pc:sldMk cId="2090754589" sldId="274"/>
            <ac:picMk id="11" creationId="{2D7DA205-FD4F-B71E-2F8B-352FF373538B}"/>
          </ac:picMkLst>
        </pc:picChg>
        <pc:picChg chg="add del">
          <ac:chgData name="Renan Xavier Cortes" userId="d6af805853004405" providerId="LiveId" clId="{6CBA8CAD-390F-4A11-B907-BBB4B6E0B449}" dt="2026-01-21T18:35:43.594" v="1254" actId="478"/>
          <ac:picMkLst>
            <pc:docMk/>
            <pc:sldMk cId="2090754589" sldId="274"/>
            <ac:picMk id="13" creationId="{3998EFE2-B89E-DC76-D434-88376055E068}"/>
          </ac:picMkLst>
        </pc:picChg>
      </pc:sldChg>
      <pc:sldChg chg="delSp modSp add mod">
        <pc:chgData name="Renan Xavier Cortes" userId="d6af805853004405" providerId="LiveId" clId="{6CBA8CAD-390F-4A11-B907-BBB4B6E0B449}" dt="2026-01-21T20:59:53.464" v="2260" actId="1076"/>
        <pc:sldMkLst>
          <pc:docMk/>
          <pc:sldMk cId="3791482239" sldId="275"/>
        </pc:sldMkLst>
        <pc:spChg chg="mod">
          <ac:chgData name="Renan Xavier Cortes" userId="d6af805853004405" providerId="LiveId" clId="{6CBA8CAD-390F-4A11-B907-BBB4B6E0B449}" dt="2026-01-21T20:59:53.464" v="2260" actId="1076"/>
          <ac:spMkLst>
            <pc:docMk/>
            <pc:sldMk cId="3791482239" sldId="275"/>
            <ac:spMk id="8" creationId="{39AE06C5-34BE-4D68-97C3-4C07702C2DF6}"/>
          </ac:spMkLst>
        </pc:spChg>
        <pc:picChg chg="del">
          <ac:chgData name="Renan Xavier Cortes" userId="d6af805853004405" providerId="LiveId" clId="{6CBA8CAD-390F-4A11-B907-BBB4B6E0B449}" dt="2026-01-21T18:35:37.826" v="1252" actId="478"/>
          <ac:picMkLst>
            <pc:docMk/>
            <pc:sldMk cId="3791482239" sldId="275"/>
            <ac:picMk id="11" creationId="{2D7DA205-FD4F-B71E-2F8B-352FF373538B}"/>
          </ac:picMkLst>
        </pc:picChg>
        <pc:picChg chg="mod">
          <ac:chgData name="Renan Xavier Cortes" userId="d6af805853004405" providerId="LiveId" clId="{6CBA8CAD-390F-4A11-B907-BBB4B6E0B449}" dt="2026-01-21T18:35:40.892" v="1253" actId="1076"/>
          <ac:picMkLst>
            <pc:docMk/>
            <pc:sldMk cId="3791482239" sldId="275"/>
            <ac:picMk id="13" creationId="{3998EFE2-B89E-DC76-D434-88376055E068}"/>
          </ac:picMkLst>
        </pc:picChg>
      </pc:sldChg>
      <pc:sldChg chg="addSp modSp add mod modAnim">
        <pc:chgData name="Renan Xavier Cortes" userId="d6af805853004405" providerId="LiveId" clId="{6CBA8CAD-390F-4A11-B907-BBB4B6E0B449}" dt="2026-01-21T20:58:56.682" v="2252" actId="1076"/>
        <pc:sldMkLst>
          <pc:docMk/>
          <pc:sldMk cId="3446963972" sldId="276"/>
        </pc:sldMkLst>
        <pc:spChg chg="mod">
          <ac:chgData name="Renan Xavier Cortes" userId="d6af805853004405" providerId="LiveId" clId="{6CBA8CAD-390F-4A11-B907-BBB4B6E0B449}" dt="2026-01-21T20:58:53.820" v="2251" actId="1076"/>
          <ac:spMkLst>
            <pc:docMk/>
            <pc:sldMk cId="3446963972" sldId="276"/>
            <ac:spMk id="4" creationId="{4B84190D-BF19-CEFE-E86D-F0B0EBBA7C0B}"/>
          </ac:spMkLst>
        </pc:spChg>
        <pc:spChg chg="add">
          <ac:chgData name="Renan Xavier Cortes" userId="d6af805853004405" providerId="LiveId" clId="{6CBA8CAD-390F-4A11-B907-BBB4B6E0B449}" dt="2026-01-21T18:46:47.975" v="1328"/>
          <ac:spMkLst>
            <pc:docMk/>
            <pc:sldMk cId="3446963972" sldId="276"/>
            <ac:spMk id="5" creationId="{7691A13F-E63A-E81C-7615-4E1B9C8F089B}"/>
          </ac:spMkLst>
        </pc:spChg>
        <pc:spChg chg="add">
          <ac:chgData name="Renan Xavier Cortes" userId="d6af805853004405" providerId="LiveId" clId="{6CBA8CAD-390F-4A11-B907-BBB4B6E0B449}" dt="2026-01-21T18:46:56.495" v="1331"/>
          <ac:spMkLst>
            <pc:docMk/>
            <pc:sldMk cId="3446963972" sldId="276"/>
            <ac:spMk id="6" creationId="{B9CD3EB6-CF63-45D7-8877-1B8884B44136}"/>
          </ac:spMkLst>
        </pc:spChg>
        <pc:spChg chg="mod">
          <ac:chgData name="Renan Xavier Cortes" userId="d6af805853004405" providerId="LiveId" clId="{6CBA8CAD-390F-4A11-B907-BBB4B6E0B449}" dt="2026-01-21T20:58:56.682" v="2252" actId="1076"/>
          <ac:spMkLst>
            <pc:docMk/>
            <pc:sldMk cId="3446963972" sldId="276"/>
            <ac:spMk id="8" creationId="{39AE06C5-34BE-4D68-97C3-4C07702C2DF6}"/>
          </ac:spMkLst>
        </pc:spChg>
        <pc:spChg chg="add">
          <ac:chgData name="Renan Xavier Cortes" userId="d6af805853004405" providerId="LiveId" clId="{6CBA8CAD-390F-4A11-B907-BBB4B6E0B449}" dt="2026-01-21T18:48:07.452" v="1348"/>
          <ac:spMkLst>
            <pc:docMk/>
            <pc:sldMk cId="3446963972" sldId="276"/>
            <ac:spMk id="9" creationId="{7BD61162-0455-46D7-6582-B08A63E293A9}"/>
          </ac:spMkLst>
        </pc:spChg>
        <pc:spChg chg="add mod">
          <ac:chgData name="Renan Xavier Cortes" userId="d6af805853004405" providerId="LiveId" clId="{6CBA8CAD-390F-4A11-B907-BBB4B6E0B449}" dt="2026-01-21T19:20:03.944" v="1876" actId="122"/>
          <ac:spMkLst>
            <pc:docMk/>
            <pc:sldMk cId="3446963972" sldId="276"/>
            <ac:spMk id="10" creationId="{5ED500D4-496C-7599-2503-D51C1F16CA97}"/>
          </ac:spMkLst>
        </pc:spChg>
      </pc:sldChg>
      <pc:sldChg chg="addSp delSp modSp add mod delAnim">
        <pc:chgData name="Renan Xavier Cortes" userId="d6af805853004405" providerId="LiveId" clId="{6CBA8CAD-390F-4A11-B907-BBB4B6E0B449}" dt="2026-01-21T20:59:04.449" v="2254" actId="1076"/>
        <pc:sldMkLst>
          <pc:docMk/>
          <pc:sldMk cId="3536810104" sldId="277"/>
        </pc:sldMkLst>
        <pc:spChg chg="mod">
          <ac:chgData name="Renan Xavier Cortes" userId="d6af805853004405" providerId="LiveId" clId="{6CBA8CAD-390F-4A11-B907-BBB4B6E0B449}" dt="2026-01-21T20:59:01.719" v="2253" actId="1076"/>
          <ac:spMkLst>
            <pc:docMk/>
            <pc:sldMk cId="3536810104" sldId="277"/>
            <ac:spMk id="4" creationId="{4B84190D-BF19-CEFE-E86D-F0B0EBBA7C0B}"/>
          </ac:spMkLst>
        </pc:spChg>
        <pc:spChg chg="add">
          <ac:chgData name="Renan Xavier Cortes" userId="d6af805853004405" providerId="LiveId" clId="{6CBA8CAD-390F-4A11-B907-BBB4B6E0B449}" dt="2026-01-21T19:19:04.508" v="1845"/>
          <ac:spMkLst>
            <pc:docMk/>
            <pc:sldMk cId="3536810104" sldId="277"/>
            <ac:spMk id="5" creationId="{F614520D-A0CA-F6FB-739F-3A18BD793D0D}"/>
          </ac:spMkLst>
        </pc:spChg>
        <pc:spChg chg="mod">
          <ac:chgData name="Renan Xavier Cortes" userId="d6af805853004405" providerId="LiveId" clId="{6CBA8CAD-390F-4A11-B907-BBB4B6E0B449}" dt="2026-01-21T20:59:04.449" v="2254" actId="1076"/>
          <ac:spMkLst>
            <pc:docMk/>
            <pc:sldMk cId="3536810104" sldId="277"/>
            <ac:spMk id="8" creationId="{39AE06C5-34BE-4D68-97C3-4C07702C2DF6}"/>
          </ac:spMkLst>
        </pc:spChg>
        <pc:spChg chg="del">
          <ac:chgData name="Renan Xavier Cortes" userId="d6af805853004405" providerId="LiveId" clId="{6CBA8CAD-390F-4A11-B907-BBB4B6E0B449}" dt="2026-01-21T19:21:22.622" v="1907" actId="478"/>
          <ac:spMkLst>
            <pc:docMk/>
            <pc:sldMk cId="3536810104" sldId="277"/>
            <ac:spMk id="10" creationId="{5ED500D4-496C-7599-2503-D51C1F16CA97}"/>
          </ac:spMkLst>
        </pc:spChg>
      </pc:sldChg>
      <pc:sldChg chg="addSp delSp modSp add mod">
        <pc:chgData name="Renan Xavier Cortes" userId="d6af805853004405" providerId="LiveId" clId="{6CBA8CAD-390F-4A11-B907-BBB4B6E0B449}" dt="2026-01-21T20:59:12.468" v="2255" actId="1076"/>
        <pc:sldMkLst>
          <pc:docMk/>
          <pc:sldMk cId="3805335353" sldId="278"/>
        </pc:sldMkLst>
        <pc:spChg chg="del">
          <ac:chgData name="Renan Xavier Cortes" userId="d6af805853004405" providerId="LiveId" clId="{6CBA8CAD-390F-4A11-B907-BBB4B6E0B449}" dt="2026-01-21T19:23:53.939" v="1927" actId="478"/>
          <ac:spMkLst>
            <pc:docMk/>
            <pc:sldMk cId="3805335353" sldId="278"/>
            <ac:spMk id="4" creationId="{4B84190D-BF19-CEFE-E86D-F0B0EBBA7C0B}"/>
          </ac:spMkLst>
        </pc:spChg>
        <pc:spChg chg="mod">
          <ac:chgData name="Renan Xavier Cortes" userId="d6af805853004405" providerId="LiveId" clId="{6CBA8CAD-390F-4A11-B907-BBB4B6E0B449}" dt="2026-01-21T20:59:12.468" v="2255" actId="1076"/>
          <ac:spMkLst>
            <pc:docMk/>
            <pc:sldMk cId="3805335353" sldId="278"/>
            <ac:spMk id="8" creationId="{39AE06C5-34BE-4D68-97C3-4C07702C2DF6}"/>
          </ac:spMkLst>
        </pc:spChg>
        <pc:picChg chg="add del">
          <ac:chgData name="Renan Xavier Cortes" userId="d6af805853004405" providerId="LiveId" clId="{6CBA8CAD-390F-4A11-B907-BBB4B6E0B449}" dt="2026-01-21T19:24:04.582" v="1929" actId="478"/>
          <ac:picMkLst>
            <pc:docMk/>
            <pc:sldMk cId="3805335353" sldId="278"/>
            <ac:picMk id="6" creationId="{921C0E59-AD89-ECC2-F222-142CFE50CC44}"/>
          </ac:picMkLst>
        </pc:picChg>
        <pc:picChg chg="add del mod">
          <ac:chgData name="Renan Xavier Cortes" userId="d6af805853004405" providerId="LiveId" clId="{6CBA8CAD-390F-4A11-B907-BBB4B6E0B449}" dt="2026-01-21T19:24:16.562" v="1932" actId="478"/>
          <ac:picMkLst>
            <pc:docMk/>
            <pc:sldMk cId="3805335353" sldId="278"/>
            <ac:picMk id="10" creationId="{6D158DB3-BBDB-4290-7B5E-041896ED57D7}"/>
          </ac:picMkLst>
        </pc:picChg>
        <pc:picChg chg="add mod">
          <ac:chgData name="Renan Xavier Cortes" userId="d6af805853004405" providerId="LiveId" clId="{6CBA8CAD-390F-4A11-B907-BBB4B6E0B449}" dt="2026-01-21T19:24:25.804" v="1936" actId="1076"/>
          <ac:picMkLst>
            <pc:docMk/>
            <pc:sldMk cId="3805335353" sldId="278"/>
            <ac:picMk id="12" creationId="{D1D61B3D-F04A-A328-6D7E-B6112CFC8500}"/>
          </ac:picMkLst>
        </pc:picChg>
      </pc:sldChg>
      <pc:sldChg chg="add del">
        <pc:chgData name="Renan Xavier Cortes" userId="d6af805853004405" providerId="LiveId" clId="{6CBA8CAD-390F-4A11-B907-BBB4B6E0B449}" dt="2026-01-21T20:14:07.365" v="2065" actId="47"/>
        <pc:sldMkLst>
          <pc:docMk/>
          <pc:sldMk cId="3848419073" sldId="279"/>
        </pc:sldMkLst>
      </pc:sldChg>
      <pc:sldChg chg="addSp delSp modSp add mod modAnim">
        <pc:chgData name="Renan Xavier Cortes" userId="d6af805853004405" providerId="LiveId" clId="{6CBA8CAD-390F-4A11-B907-BBB4B6E0B449}" dt="2026-01-21T21:00:32.127" v="2262"/>
        <pc:sldMkLst>
          <pc:docMk/>
          <pc:sldMk cId="1732088967" sldId="280"/>
        </pc:sldMkLst>
        <pc:picChg chg="add mod">
          <ac:chgData name="Renan Xavier Cortes" userId="d6af805853004405" providerId="LiveId" clId="{6CBA8CAD-390F-4A11-B907-BBB4B6E0B449}" dt="2026-01-21T20:10:30.304" v="2048" actId="1076"/>
          <ac:picMkLst>
            <pc:docMk/>
            <pc:sldMk cId="1732088967" sldId="280"/>
            <ac:picMk id="8" creationId="{AEF69BF5-D37C-4474-57A7-A57534FDD6C4}"/>
          </ac:picMkLst>
        </pc:picChg>
        <pc:picChg chg="del">
          <ac:chgData name="Renan Xavier Cortes" userId="d6af805853004405" providerId="LiveId" clId="{6CBA8CAD-390F-4A11-B907-BBB4B6E0B449}" dt="2026-01-21T20:10:25.088" v="2043" actId="478"/>
          <ac:picMkLst>
            <pc:docMk/>
            <pc:sldMk cId="1732088967" sldId="280"/>
            <ac:picMk id="11" creationId="{61149965-3367-6BC9-6804-26C7F2A938B0}"/>
          </ac:picMkLst>
        </pc:picChg>
      </pc:sldChg>
      <pc:sldChg chg="addSp delSp modSp add mod modAnim">
        <pc:chgData name="Renan Xavier Cortes" userId="d6af805853004405" providerId="LiveId" clId="{6CBA8CAD-390F-4A11-B907-BBB4B6E0B449}" dt="2026-01-21T21:00:35.081" v="2263"/>
        <pc:sldMkLst>
          <pc:docMk/>
          <pc:sldMk cId="1675466683" sldId="281"/>
        </pc:sldMkLst>
        <pc:picChg chg="add mod">
          <ac:chgData name="Renan Xavier Cortes" userId="d6af805853004405" providerId="LiveId" clId="{6CBA8CAD-390F-4A11-B907-BBB4B6E0B449}" dt="2026-01-21T20:10:41.842" v="2053" actId="1076"/>
          <ac:picMkLst>
            <pc:docMk/>
            <pc:sldMk cId="1675466683" sldId="281"/>
            <ac:picMk id="8" creationId="{0CEA26AE-0683-B67F-BC37-373D3160DC2B}"/>
          </ac:picMkLst>
        </pc:picChg>
        <pc:picChg chg="del">
          <ac:chgData name="Renan Xavier Cortes" userId="d6af805853004405" providerId="LiveId" clId="{6CBA8CAD-390F-4A11-B907-BBB4B6E0B449}" dt="2026-01-21T20:10:39.109" v="2049" actId="478"/>
          <ac:picMkLst>
            <pc:docMk/>
            <pc:sldMk cId="1675466683" sldId="281"/>
            <ac:picMk id="11" creationId="{61149965-3367-6BC9-6804-26C7F2A938B0}"/>
          </ac:picMkLst>
        </pc:picChg>
      </pc:sldChg>
      <pc:sldChg chg="addSp delSp modSp add mod modAnim">
        <pc:chgData name="Renan Xavier Cortes" userId="d6af805853004405" providerId="LiveId" clId="{6CBA8CAD-390F-4A11-B907-BBB4B6E0B449}" dt="2026-01-21T21:00:39.070" v="2264"/>
        <pc:sldMkLst>
          <pc:docMk/>
          <pc:sldMk cId="394495569" sldId="282"/>
        </pc:sldMkLst>
        <pc:picChg chg="add mod">
          <ac:chgData name="Renan Xavier Cortes" userId="d6af805853004405" providerId="LiveId" clId="{6CBA8CAD-390F-4A11-B907-BBB4B6E0B449}" dt="2026-01-21T20:10:49.139" v="2058" actId="1076"/>
          <ac:picMkLst>
            <pc:docMk/>
            <pc:sldMk cId="394495569" sldId="282"/>
            <ac:picMk id="8" creationId="{B1CCA7E3-218E-F179-62AE-8328EF43C48D}"/>
          </ac:picMkLst>
        </pc:picChg>
        <pc:picChg chg="del">
          <ac:chgData name="Renan Xavier Cortes" userId="d6af805853004405" providerId="LiveId" clId="{6CBA8CAD-390F-4A11-B907-BBB4B6E0B449}" dt="2026-01-21T20:10:46.609" v="2054" actId="478"/>
          <ac:picMkLst>
            <pc:docMk/>
            <pc:sldMk cId="394495569" sldId="282"/>
            <ac:picMk id="11" creationId="{61149965-3367-6BC9-6804-26C7F2A938B0}"/>
          </ac:picMkLst>
        </pc:picChg>
      </pc:sldChg>
      <pc:sldChg chg="addSp delSp modSp add mod modAnim">
        <pc:chgData name="Renan Xavier Cortes" userId="d6af805853004405" providerId="LiveId" clId="{6CBA8CAD-390F-4A11-B907-BBB4B6E0B449}" dt="2026-01-21T21:00:41.723" v="2265"/>
        <pc:sldMkLst>
          <pc:docMk/>
          <pc:sldMk cId="1551874195" sldId="283"/>
        </pc:sldMkLst>
        <pc:picChg chg="del">
          <ac:chgData name="Renan Xavier Cortes" userId="d6af805853004405" providerId="LiveId" clId="{6CBA8CAD-390F-4A11-B907-BBB4B6E0B449}" dt="2026-01-21T20:11:11.233" v="2060" actId="478"/>
          <ac:picMkLst>
            <pc:docMk/>
            <pc:sldMk cId="1551874195" sldId="283"/>
            <ac:picMk id="8" creationId="{B1CCA7E3-218E-F179-62AE-8328EF43C48D}"/>
          </ac:picMkLst>
        </pc:picChg>
        <pc:picChg chg="add del mod">
          <ac:chgData name="Renan Xavier Cortes" userId="d6af805853004405" providerId="LiveId" clId="{6CBA8CAD-390F-4A11-B907-BBB4B6E0B449}" dt="2026-01-21T20:14:13.787" v="2066" actId="478"/>
          <ac:picMkLst>
            <pc:docMk/>
            <pc:sldMk cId="1551874195" sldId="283"/>
            <ac:picMk id="10" creationId="{F828494C-955A-760B-2AC4-9BAE7602E545}"/>
          </ac:picMkLst>
        </pc:picChg>
        <pc:picChg chg="add mod">
          <ac:chgData name="Renan Xavier Cortes" userId="d6af805853004405" providerId="LiveId" clId="{6CBA8CAD-390F-4A11-B907-BBB4B6E0B449}" dt="2026-01-21T20:14:23.924" v="2073" actId="1076"/>
          <ac:picMkLst>
            <pc:docMk/>
            <pc:sldMk cId="1551874195" sldId="283"/>
            <ac:picMk id="12" creationId="{65B2CA1E-D00D-E753-7DDF-737EC812D222}"/>
          </ac:picMkLst>
        </pc:picChg>
      </pc:sldChg>
      <pc:sldChg chg="addSp delSp modSp add mod modAnim">
        <pc:chgData name="Renan Xavier Cortes" userId="d6af805853004405" providerId="LiveId" clId="{6CBA8CAD-390F-4A11-B907-BBB4B6E0B449}" dt="2026-01-21T21:00:47.027" v="2267"/>
        <pc:sldMkLst>
          <pc:docMk/>
          <pc:sldMk cId="3855288861" sldId="284"/>
        </pc:sldMkLst>
        <pc:spChg chg="mod">
          <ac:chgData name="Renan Xavier Cortes" userId="d6af805853004405" providerId="LiveId" clId="{6CBA8CAD-390F-4A11-B907-BBB4B6E0B449}" dt="2026-01-21T20:48:23.702" v="2145" actId="20577"/>
          <ac:spMkLst>
            <pc:docMk/>
            <pc:sldMk cId="3855288861" sldId="284"/>
            <ac:spMk id="4" creationId="{4B84190D-BF19-CEFE-E86D-F0B0EBBA7C0B}"/>
          </ac:spMkLst>
        </pc:spChg>
        <pc:spChg chg="add mod">
          <ac:chgData name="Renan Xavier Cortes" userId="d6af805853004405" providerId="LiveId" clId="{6CBA8CAD-390F-4A11-B907-BBB4B6E0B449}" dt="2026-01-21T20:48:43.266" v="2153" actId="1076"/>
          <ac:spMkLst>
            <pc:docMk/>
            <pc:sldMk cId="3855288861" sldId="284"/>
            <ac:spMk id="10" creationId="{2B1F81A8-3F77-3D25-0D91-989260BBD806}"/>
          </ac:spMkLst>
        </pc:spChg>
        <pc:spChg chg="add mod">
          <ac:chgData name="Renan Xavier Cortes" userId="d6af805853004405" providerId="LiveId" clId="{6CBA8CAD-390F-4A11-B907-BBB4B6E0B449}" dt="2026-01-21T20:49:00.147" v="2168" actId="1076"/>
          <ac:spMkLst>
            <pc:docMk/>
            <pc:sldMk cId="3855288861" sldId="284"/>
            <ac:spMk id="11" creationId="{ACBE2905-AC6C-0446-21C0-36CE2B864BA5}"/>
          </ac:spMkLst>
        </pc:spChg>
        <pc:picChg chg="del">
          <ac:chgData name="Renan Xavier Cortes" userId="d6af805853004405" providerId="LiveId" clId="{6CBA8CAD-390F-4A11-B907-BBB4B6E0B449}" dt="2026-01-21T20:48:26.070" v="2146" actId="478"/>
          <ac:picMkLst>
            <pc:docMk/>
            <pc:sldMk cId="3855288861" sldId="284"/>
            <ac:picMk id="6" creationId="{CB9F02F1-AFED-6149-90A3-CE7F1933A876}"/>
          </ac:picMkLst>
        </pc:picChg>
        <pc:picChg chg="add mod">
          <ac:chgData name="Renan Xavier Cortes" userId="d6af805853004405" providerId="LiveId" clId="{6CBA8CAD-390F-4A11-B907-BBB4B6E0B449}" dt="2026-01-21T20:48:57.395" v="2167" actId="1076"/>
          <ac:picMkLst>
            <pc:docMk/>
            <pc:sldMk cId="3855288861" sldId="284"/>
            <ac:picMk id="9" creationId="{61539A83-FA7C-7AD1-70FB-ECE4DD84D297}"/>
          </ac:picMkLst>
        </pc:picChg>
        <pc:picChg chg="add mod">
          <ac:chgData name="Renan Xavier Cortes" userId="d6af805853004405" providerId="LiveId" clId="{6CBA8CAD-390F-4A11-B907-BBB4B6E0B449}" dt="2026-01-21T20:49:27.109" v="2171" actId="1076"/>
          <ac:picMkLst>
            <pc:docMk/>
            <pc:sldMk cId="3855288861" sldId="284"/>
            <ac:picMk id="13" creationId="{40652A95-1D6F-2C91-CA10-BBD91EE6FCD5}"/>
          </ac:picMkLst>
        </pc:picChg>
      </pc:sldChg>
      <pc:sldChg chg="addSp delSp modSp add del mod">
        <pc:chgData name="Renan Xavier Cortes" userId="d6af805853004405" providerId="LiveId" clId="{6CBA8CAD-390F-4A11-B907-BBB4B6E0B449}" dt="2026-01-21T20:52:43.441" v="2205" actId="47"/>
        <pc:sldMkLst>
          <pc:docMk/>
          <pc:sldMk cId="675104871" sldId="285"/>
        </pc:sldMkLst>
        <pc:spChg chg="mod">
          <ac:chgData name="Renan Xavier Cortes" userId="d6af805853004405" providerId="LiveId" clId="{6CBA8CAD-390F-4A11-B907-BBB4B6E0B449}" dt="2026-01-21T20:49:49.525" v="2189" actId="20577"/>
          <ac:spMkLst>
            <pc:docMk/>
            <pc:sldMk cId="675104871" sldId="285"/>
            <ac:spMk id="4" creationId="{4B84190D-BF19-CEFE-E86D-F0B0EBBA7C0B}"/>
          </ac:spMkLst>
        </pc:spChg>
        <pc:spChg chg="del">
          <ac:chgData name="Renan Xavier Cortes" userId="d6af805853004405" providerId="LiveId" clId="{6CBA8CAD-390F-4A11-B907-BBB4B6E0B449}" dt="2026-01-21T20:49:53.812" v="2192" actId="478"/>
          <ac:spMkLst>
            <pc:docMk/>
            <pc:sldMk cId="675104871" sldId="285"/>
            <ac:spMk id="10" creationId="{2B1F81A8-3F77-3D25-0D91-989260BBD806}"/>
          </ac:spMkLst>
        </pc:spChg>
        <pc:spChg chg="del">
          <ac:chgData name="Renan Xavier Cortes" userId="d6af805853004405" providerId="LiveId" clId="{6CBA8CAD-390F-4A11-B907-BBB4B6E0B449}" dt="2026-01-21T20:49:53.812" v="2192" actId="478"/>
          <ac:spMkLst>
            <pc:docMk/>
            <pc:sldMk cId="675104871" sldId="285"/>
            <ac:spMk id="11" creationId="{ACBE2905-AC6C-0446-21C0-36CE2B864BA5}"/>
          </ac:spMkLst>
        </pc:spChg>
        <pc:picChg chg="add del mod">
          <ac:chgData name="Renan Xavier Cortes" userId="d6af805853004405" providerId="LiveId" clId="{6CBA8CAD-390F-4A11-B907-BBB4B6E0B449}" dt="2026-01-21T20:52:20.405" v="2197" actId="478"/>
          <ac:picMkLst>
            <pc:docMk/>
            <pc:sldMk cId="675104871" sldId="285"/>
            <ac:picMk id="6" creationId="{96B5210F-1605-9FC7-8E4A-D66BA6A8C835}"/>
          </ac:picMkLst>
        </pc:picChg>
        <pc:picChg chg="del">
          <ac:chgData name="Renan Xavier Cortes" userId="d6af805853004405" providerId="LiveId" clId="{6CBA8CAD-390F-4A11-B907-BBB4B6E0B449}" dt="2026-01-21T20:49:51.683" v="2190" actId="478"/>
          <ac:picMkLst>
            <pc:docMk/>
            <pc:sldMk cId="675104871" sldId="285"/>
            <ac:picMk id="9" creationId="{61539A83-FA7C-7AD1-70FB-ECE4DD84D297}"/>
          </ac:picMkLst>
        </pc:picChg>
        <pc:picChg chg="del">
          <ac:chgData name="Renan Xavier Cortes" userId="d6af805853004405" providerId="LiveId" clId="{6CBA8CAD-390F-4A11-B907-BBB4B6E0B449}" dt="2026-01-21T20:49:52.623" v="2191" actId="478"/>
          <ac:picMkLst>
            <pc:docMk/>
            <pc:sldMk cId="675104871" sldId="285"/>
            <ac:picMk id="13" creationId="{40652A95-1D6F-2C91-CA10-BBD91EE6FCD5}"/>
          </ac:picMkLst>
        </pc:picChg>
      </pc:sldChg>
      <pc:sldChg chg="add modAnim">
        <pc:chgData name="Renan Xavier Cortes" userId="d6af805853004405" providerId="LiveId" clId="{6CBA8CAD-390F-4A11-B907-BBB4B6E0B449}" dt="2026-01-21T21:00:53.358" v="2269"/>
        <pc:sldMkLst>
          <pc:docMk/>
          <pc:sldMk cId="2773026186" sldId="286"/>
        </pc:sldMkLst>
      </pc:sldChg>
      <pc:sldChg chg="addSp delSp modSp add mod modAnim">
        <pc:chgData name="Renan Xavier Cortes" userId="d6af805853004405" providerId="LiveId" clId="{6CBA8CAD-390F-4A11-B907-BBB4B6E0B449}" dt="2026-01-21T21:00:49.455" v="2268"/>
        <pc:sldMkLst>
          <pc:docMk/>
          <pc:sldMk cId="623748094" sldId="287"/>
        </pc:sldMkLst>
        <pc:spChg chg="add mod">
          <ac:chgData name="Renan Xavier Cortes" userId="d6af805853004405" providerId="LiveId" clId="{6CBA8CAD-390F-4A11-B907-BBB4B6E0B449}" dt="2026-01-21T20:54:01.600" v="2250" actId="1076"/>
          <ac:spMkLst>
            <pc:docMk/>
            <pc:sldMk cId="623748094" sldId="287"/>
            <ac:spMk id="10" creationId="{0501C3D0-1DF0-41AE-C64F-7EABA969E7F3}"/>
          </ac:spMkLst>
        </pc:spChg>
        <pc:picChg chg="del">
          <ac:chgData name="Renan Xavier Cortes" userId="d6af805853004405" providerId="LiveId" clId="{6CBA8CAD-390F-4A11-B907-BBB4B6E0B449}" dt="2026-01-21T20:52:26.148" v="2199" actId="478"/>
          <ac:picMkLst>
            <pc:docMk/>
            <pc:sldMk cId="623748094" sldId="287"/>
            <ac:picMk id="6" creationId="{96B5210F-1605-9FC7-8E4A-D66BA6A8C835}"/>
          </ac:picMkLst>
        </pc:picChg>
        <pc:picChg chg="add mod">
          <ac:chgData name="Renan Xavier Cortes" userId="d6af805853004405" providerId="LiveId" clId="{6CBA8CAD-390F-4A11-B907-BBB4B6E0B449}" dt="2026-01-21T20:53:20.353" v="2208" actId="1076"/>
          <ac:picMkLst>
            <pc:docMk/>
            <pc:sldMk cId="623748094" sldId="287"/>
            <ac:picMk id="9" creationId="{F0AE4C95-B2E5-AD75-C8DB-CA9623F29141}"/>
          </ac:picMkLst>
        </pc:picChg>
        <pc:picChg chg="add del mod">
          <ac:chgData name="Renan Xavier Cortes" userId="d6af805853004405" providerId="LiveId" clId="{6CBA8CAD-390F-4A11-B907-BBB4B6E0B449}" dt="2026-01-21T20:53:15.846" v="2206" actId="478"/>
          <ac:picMkLst>
            <pc:docMk/>
            <pc:sldMk cId="623748094" sldId="287"/>
            <ac:picMk id="18434" creationId="{E52C266A-D0DB-93C1-2C72-A4F92F13BCD8}"/>
          </ac:picMkLst>
        </pc:picChg>
      </pc:sldChg>
    </pc:docChg>
  </pc:docChgLst>
  <pc:docChgLst>
    <pc:chgData name="Renan Xavier Cortes" userId="d6af805853004405" providerId="LiveId" clId="{212BA557-4780-4474-BA67-C155C1354E75}"/>
    <pc:docChg chg="custSel addSld modSld">
      <pc:chgData name="Renan Xavier Cortes" userId="d6af805853004405" providerId="LiveId" clId="{212BA557-4780-4474-BA67-C155C1354E75}" dt="2026-01-26T15:01:38.670" v="181" actId="1076"/>
      <pc:docMkLst>
        <pc:docMk/>
      </pc:docMkLst>
      <pc:sldChg chg="delSp modSp add mod">
        <pc:chgData name="Renan Xavier Cortes" userId="d6af805853004405" providerId="LiveId" clId="{212BA557-4780-4474-BA67-C155C1354E75}" dt="2026-01-26T15:01:38.670" v="181" actId="1076"/>
        <pc:sldMkLst>
          <pc:docMk/>
          <pc:sldMk cId="1515360493" sldId="288"/>
        </pc:sldMkLst>
        <pc:spChg chg="mod">
          <ac:chgData name="Renan Xavier Cortes" userId="d6af805853004405" providerId="LiveId" clId="{212BA557-4780-4474-BA67-C155C1354E75}" dt="2026-01-26T15:01:38.670" v="181" actId="1076"/>
          <ac:spMkLst>
            <pc:docMk/>
            <pc:sldMk cId="1515360493" sldId="288"/>
            <ac:spMk id="4" creationId="{4B84190D-BF19-CEFE-E86D-F0B0EBBA7C0B}"/>
          </ac:spMkLst>
        </pc:spChg>
        <pc:spChg chg="mod">
          <ac:chgData name="Renan Xavier Cortes" userId="d6af805853004405" providerId="LiveId" clId="{212BA557-4780-4474-BA67-C155C1354E75}" dt="2026-01-22T13:30:12.805" v="25" actId="20577"/>
          <ac:spMkLst>
            <pc:docMk/>
            <pc:sldMk cId="1515360493" sldId="288"/>
            <ac:spMk id="8" creationId="{39AE06C5-34BE-4D68-97C3-4C07702C2DF6}"/>
          </ac:spMkLst>
        </pc:spChg>
        <pc:picChg chg="del">
          <ac:chgData name="Renan Xavier Cortes" userId="d6af805853004405" providerId="LiveId" clId="{212BA557-4780-4474-BA67-C155C1354E75}" dt="2026-01-22T13:30:15.241" v="26" actId="478"/>
          <ac:picMkLst>
            <pc:docMk/>
            <pc:sldMk cId="1515360493" sldId="288"/>
            <ac:picMk id="6" creationId="{96B5210F-1605-9FC7-8E4A-D66BA6A8C835}"/>
          </ac:picMkLst>
        </pc:picChg>
      </pc:sldChg>
    </pc:docChg>
  </pc:docChgLst>
  <pc:docChgLst>
    <pc:chgData name="Renan Xavier Cortes" userId="d6af805853004405" providerId="LiveId" clId="{DD4EF9CF-6574-4471-A21D-3BB24D0401B4}"/>
    <pc:docChg chg="undo custSel addSld delSld modSld sldOrd">
      <pc:chgData name="Renan Xavier Cortes" userId="d6af805853004405" providerId="LiveId" clId="{DD4EF9CF-6574-4471-A21D-3BB24D0401B4}" dt="2026-03-03T17:07:11.099" v="1533" actId="108"/>
      <pc:docMkLst>
        <pc:docMk/>
      </pc:docMkLst>
      <pc:sldChg chg="addSp delSp modSp mod modAnim">
        <pc:chgData name="Renan Xavier Cortes" userId="d6af805853004405" providerId="LiveId" clId="{DD4EF9CF-6574-4471-A21D-3BB24D0401B4}" dt="2026-02-27T19:57:54.608" v="292" actId="113"/>
        <pc:sldMkLst>
          <pc:docMk/>
          <pc:sldMk cId="2921823341" sldId="260"/>
        </pc:sldMkLst>
        <pc:spChg chg="add mod">
          <ac:chgData name="Renan Xavier Cortes" userId="d6af805853004405" providerId="LiveId" clId="{DD4EF9CF-6574-4471-A21D-3BB24D0401B4}" dt="2026-02-27T19:57:54.608" v="292" actId="113"/>
          <ac:spMkLst>
            <pc:docMk/>
            <pc:sldMk cId="2921823341" sldId="260"/>
            <ac:spMk id="4" creationId="{215F603E-0960-D36D-0ABA-78F8C93CFA77}"/>
          </ac:spMkLst>
        </pc:spChg>
        <pc:spChg chg="add mod">
          <ac:chgData name="Renan Xavier Cortes" userId="d6af805853004405" providerId="LiveId" clId="{DD4EF9CF-6574-4471-A21D-3BB24D0401B4}" dt="2026-02-27T19:57:41.557" v="288" actId="1076"/>
          <ac:spMkLst>
            <pc:docMk/>
            <pc:sldMk cId="2921823341" sldId="260"/>
            <ac:spMk id="5" creationId="{69970046-49A2-6146-7770-02569E439BFD}"/>
          </ac:spMkLst>
        </pc:spChg>
        <pc:spChg chg="del">
          <ac:chgData name="Renan Xavier Cortes" userId="d6af805853004405" providerId="LiveId" clId="{DD4EF9CF-6574-4471-A21D-3BB24D0401B4}" dt="2026-02-27T19:57:23.115" v="283" actId="478"/>
          <ac:spMkLst>
            <pc:docMk/>
            <pc:sldMk cId="2921823341" sldId="260"/>
            <ac:spMk id="14" creationId="{427DBFEB-81BF-4CC3-A411-FBF43D295C56}"/>
          </ac:spMkLst>
        </pc:spChg>
      </pc:sldChg>
      <pc:sldChg chg="modSp mod">
        <pc:chgData name="Renan Xavier Cortes" userId="d6af805853004405" providerId="LiveId" clId="{DD4EF9CF-6574-4471-A21D-3BB24D0401B4}" dt="2026-02-27T20:20:06.782" v="714" actId="20577"/>
        <pc:sldMkLst>
          <pc:docMk/>
          <pc:sldMk cId="2121898900" sldId="261"/>
        </pc:sldMkLst>
        <pc:spChg chg="mod">
          <ac:chgData name="Renan Xavier Cortes" userId="d6af805853004405" providerId="LiveId" clId="{DD4EF9CF-6574-4471-A21D-3BB24D0401B4}" dt="2026-02-27T20:20:06.782" v="714" actId="20577"/>
          <ac:spMkLst>
            <pc:docMk/>
            <pc:sldMk cId="2121898900" sldId="261"/>
            <ac:spMk id="14" creationId="{427DBFEB-81BF-4CC3-A411-FBF43D295C56}"/>
          </ac:spMkLst>
        </pc:spChg>
      </pc:sldChg>
      <pc:sldChg chg="modSp mod modAnim">
        <pc:chgData name="Renan Xavier Cortes" userId="d6af805853004405" providerId="LiveId" clId="{DD4EF9CF-6574-4471-A21D-3BB24D0401B4}" dt="2026-02-27T20:30:21.752" v="756" actId="1076"/>
        <pc:sldMkLst>
          <pc:docMk/>
          <pc:sldMk cId="2689213611" sldId="262"/>
        </pc:sldMkLst>
        <pc:spChg chg="mod">
          <ac:chgData name="Renan Xavier Cortes" userId="d6af805853004405" providerId="LiveId" clId="{DD4EF9CF-6574-4471-A21D-3BB24D0401B4}" dt="2026-02-27T20:30:03.923" v="753" actId="14100"/>
          <ac:spMkLst>
            <pc:docMk/>
            <pc:sldMk cId="2689213611" sldId="262"/>
            <ac:spMk id="14" creationId="{427DBFEB-81BF-4CC3-A411-FBF43D295C56}"/>
          </ac:spMkLst>
        </pc:spChg>
        <pc:picChg chg="mod">
          <ac:chgData name="Renan Xavier Cortes" userId="d6af805853004405" providerId="LiveId" clId="{DD4EF9CF-6574-4471-A21D-3BB24D0401B4}" dt="2026-02-27T20:30:21.752" v="756" actId="1076"/>
          <ac:picMkLst>
            <pc:docMk/>
            <pc:sldMk cId="2689213611" sldId="262"/>
            <ac:picMk id="1026" creationId="{3AF06A5C-D23B-2668-9192-9EBD3941659A}"/>
          </ac:picMkLst>
        </pc:picChg>
      </pc:sldChg>
      <pc:sldChg chg="addSp delSp modSp mod ord delAnim modAnim">
        <pc:chgData name="Renan Xavier Cortes" userId="d6af805853004405" providerId="LiveId" clId="{DD4EF9CF-6574-4471-A21D-3BB24D0401B4}" dt="2026-02-28T16:44:49.066" v="1464"/>
        <pc:sldMkLst>
          <pc:docMk/>
          <pc:sldMk cId="1495373715" sldId="263"/>
        </pc:sldMkLst>
        <pc:spChg chg="add del mod">
          <ac:chgData name="Renan Xavier Cortes" userId="d6af805853004405" providerId="LiveId" clId="{DD4EF9CF-6574-4471-A21D-3BB24D0401B4}" dt="2026-02-27T20:31:33.113" v="773" actId="478"/>
          <ac:spMkLst>
            <pc:docMk/>
            <pc:sldMk cId="1495373715" sldId="263"/>
            <ac:spMk id="4" creationId="{04FE27B3-BAA3-7BD3-C30D-612FB32BFFCC}"/>
          </ac:spMkLst>
        </pc:spChg>
        <pc:spChg chg="del">
          <ac:chgData name="Renan Xavier Cortes" userId="d6af805853004405" providerId="LiveId" clId="{DD4EF9CF-6574-4471-A21D-3BB24D0401B4}" dt="2026-02-27T20:33:37.559" v="945" actId="478"/>
          <ac:spMkLst>
            <pc:docMk/>
            <pc:sldMk cId="1495373715" sldId="263"/>
            <ac:spMk id="6" creationId="{E4A74DC5-A696-506E-884C-C89CEEA7D8F7}"/>
          </ac:spMkLst>
        </pc:spChg>
        <pc:spChg chg="mod">
          <ac:chgData name="Renan Xavier Cortes" userId="d6af805853004405" providerId="LiveId" clId="{DD4EF9CF-6574-4471-A21D-3BB24D0401B4}" dt="2026-02-28T16:38:21.736" v="1417" actId="20577"/>
          <ac:spMkLst>
            <pc:docMk/>
            <pc:sldMk cId="1495373715" sldId="263"/>
            <ac:spMk id="8" creationId="{39AE06C5-34BE-4D68-97C3-4C07702C2DF6}"/>
          </ac:spMkLst>
        </pc:spChg>
        <pc:spChg chg="add mod">
          <ac:chgData name="Renan Xavier Cortes" userId="d6af805853004405" providerId="LiveId" clId="{DD4EF9CF-6574-4471-A21D-3BB24D0401B4}" dt="2026-02-27T20:34:32.679" v="1051" actId="1076"/>
          <ac:spMkLst>
            <pc:docMk/>
            <pc:sldMk cId="1495373715" sldId="263"/>
            <ac:spMk id="9" creationId="{444D4556-FDED-9A8C-50BB-CB4FC89FBF18}"/>
          </ac:spMkLst>
        </pc:spChg>
        <pc:spChg chg="add mod">
          <ac:chgData name="Renan Xavier Cortes" userId="d6af805853004405" providerId="LiveId" clId="{DD4EF9CF-6574-4471-A21D-3BB24D0401B4}" dt="2026-02-27T20:34:41.556" v="1054" actId="1076"/>
          <ac:spMkLst>
            <pc:docMk/>
            <pc:sldMk cId="1495373715" sldId="263"/>
            <ac:spMk id="10" creationId="{D4743F8A-0FBD-FFB1-7691-4655653FAC16}"/>
          </ac:spMkLst>
        </pc:spChg>
        <pc:picChg chg="del">
          <ac:chgData name="Renan Xavier Cortes" userId="d6af805853004405" providerId="LiveId" clId="{DD4EF9CF-6574-4471-A21D-3BB24D0401B4}" dt="2026-02-27T20:31:13.667" v="758" actId="478"/>
          <ac:picMkLst>
            <pc:docMk/>
            <pc:sldMk cId="1495373715" sldId="263"/>
            <ac:picMk id="5" creationId="{99503125-E213-E8F6-DAF3-BEC6F775BCC7}"/>
          </ac:picMkLst>
        </pc:picChg>
      </pc:sldChg>
      <pc:sldChg chg="modAnim">
        <pc:chgData name="Renan Xavier Cortes" userId="d6af805853004405" providerId="LiveId" clId="{DD4EF9CF-6574-4471-A21D-3BB24D0401B4}" dt="2026-02-18T18:21:18.803" v="222"/>
        <pc:sldMkLst>
          <pc:docMk/>
          <pc:sldMk cId="612877480" sldId="264"/>
        </pc:sldMkLst>
      </pc:sldChg>
      <pc:sldChg chg="modAnim">
        <pc:chgData name="Renan Xavier Cortes" userId="d6af805853004405" providerId="LiveId" clId="{DD4EF9CF-6574-4471-A21D-3BB24D0401B4}" dt="2026-02-18T18:21:48.312" v="225"/>
        <pc:sldMkLst>
          <pc:docMk/>
          <pc:sldMk cId="607923279" sldId="265"/>
        </pc:sldMkLst>
      </pc:sldChg>
      <pc:sldChg chg="modSp mod">
        <pc:chgData name="Renan Xavier Cortes" userId="d6af805853004405" providerId="LiveId" clId="{DD4EF9CF-6574-4471-A21D-3BB24D0401B4}" dt="2026-02-27T20:56:10.645" v="1139" actId="1076"/>
        <pc:sldMkLst>
          <pc:docMk/>
          <pc:sldMk cId="4060517312" sldId="268"/>
        </pc:sldMkLst>
        <pc:spChg chg="mod">
          <ac:chgData name="Renan Xavier Cortes" userId="d6af805853004405" providerId="LiveId" clId="{DD4EF9CF-6574-4471-A21D-3BB24D0401B4}" dt="2026-02-27T20:56:10.645" v="1139" actId="1076"/>
          <ac:spMkLst>
            <pc:docMk/>
            <pc:sldMk cId="4060517312" sldId="268"/>
            <ac:spMk id="4" creationId="{4B84190D-BF19-CEFE-E86D-F0B0EBBA7C0B}"/>
          </ac:spMkLst>
        </pc:spChg>
        <pc:spChg chg="mod">
          <ac:chgData name="Renan Xavier Cortes" userId="d6af805853004405" providerId="LiveId" clId="{DD4EF9CF-6574-4471-A21D-3BB24D0401B4}" dt="2026-02-27T20:55:53.683" v="1133" actId="20577"/>
          <ac:spMkLst>
            <pc:docMk/>
            <pc:sldMk cId="4060517312" sldId="268"/>
            <ac:spMk id="8" creationId="{39AE06C5-34BE-4D68-97C3-4C07702C2DF6}"/>
          </ac:spMkLst>
        </pc:spChg>
      </pc:sldChg>
      <pc:sldChg chg="addSp modSp mod">
        <pc:chgData name="Renan Xavier Cortes" userId="d6af805853004405" providerId="LiveId" clId="{DD4EF9CF-6574-4471-A21D-3BB24D0401B4}" dt="2026-02-27T21:12:36.216" v="1408" actId="1076"/>
        <pc:sldMkLst>
          <pc:docMk/>
          <pc:sldMk cId="2280539132" sldId="269"/>
        </pc:sldMkLst>
        <pc:spChg chg="add mod">
          <ac:chgData name="Renan Xavier Cortes" userId="d6af805853004405" providerId="LiveId" clId="{DD4EF9CF-6574-4471-A21D-3BB24D0401B4}" dt="2026-02-27T21:12:36.216" v="1408" actId="1076"/>
          <ac:spMkLst>
            <pc:docMk/>
            <pc:sldMk cId="2280539132" sldId="269"/>
            <ac:spMk id="5" creationId="{D23AED29-B560-0A6A-45AF-EE0AC78C3714}"/>
          </ac:spMkLst>
        </pc:spChg>
      </pc:sldChg>
      <pc:sldChg chg="addSp delSp modSp mod">
        <pc:chgData name="Renan Xavier Cortes" userId="d6af805853004405" providerId="LiveId" clId="{DD4EF9CF-6574-4471-A21D-3BB24D0401B4}" dt="2026-02-27T21:08:16.852" v="1269"/>
        <pc:sldMkLst>
          <pc:docMk/>
          <pc:sldMk cId="2090754589" sldId="274"/>
        </pc:sldMkLst>
        <pc:spChg chg="add mod">
          <ac:chgData name="Renan Xavier Cortes" userId="d6af805853004405" providerId="LiveId" clId="{DD4EF9CF-6574-4471-A21D-3BB24D0401B4}" dt="2026-02-27T21:08:16.852" v="1269"/>
          <ac:spMkLst>
            <pc:docMk/>
            <pc:sldMk cId="2090754589" sldId="274"/>
            <ac:spMk id="6" creationId="{8B78223B-FFA9-9039-8F12-FC0EC9F07CC1}"/>
          </ac:spMkLst>
        </pc:spChg>
        <pc:spChg chg="del">
          <ac:chgData name="Renan Xavier Cortes" userId="d6af805853004405" providerId="LiveId" clId="{DD4EF9CF-6574-4471-A21D-3BB24D0401B4}" dt="2026-02-27T21:08:16.539" v="1268" actId="478"/>
          <ac:spMkLst>
            <pc:docMk/>
            <pc:sldMk cId="2090754589" sldId="274"/>
            <ac:spMk id="8" creationId="{39AE06C5-34BE-4D68-97C3-4C07702C2DF6}"/>
          </ac:spMkLst>
        </pc:spChg>
      </pc:sldChg>
      <pc:sldChg chg="addSp delSp modSp mod">
        <pc:chgData name="Renan Xavier Cortes" userId="d6af805853004405" providerId="LiveId" clId="{DD4EF9CF-6574-4471-A21D-3BB24D0401B4}" dt="2026-02-27T21:08:22.800" v="1271"/>
        <pc:sldMkLst>
          <pc:docMk/>
          <pc:sldMk cId="3791482239" sldId="275"/>
        </pc:sldMkLst>
        <pc:spChg chg="add mod">
          <ac:chgData name="Renan Xavier Cortes" userId="d6af805853004405" providerId="LiveId" clId="{DD4EF9CF-6574-4471-A21D-3BB24D0401B4}" dt="2026-02-27T21:08:22.800" v="1271"/>
          <ac:spMkLst>
            <pc:docMk/>
            <pc:sldMk cId="3791482239" sldId="275"/>
            <ac:spMk id="6" creationId="{677C5DF2-42E3-25E6-665A-6DFD1CB66947}"/>
          </ac:spMkLst>
        </pc:spChg>
        <pc:spChg chg="del">
          <ac:chgData name="Renan Xavier Cortes" userId="d6af805853004405" providerId="LiveId" clId="{DD4EF9CF-6574-4471-A21D-3BB24D0401B4}" dt="2026-02-27T21:08:22.536" v="1270" actId="478"/>
          <ac:spMkLst>
            <pc:docMk/>
            <pc:sldMk cId="3791482239" sldId="275"/>
            <ac:spMk id="8" creationId="{39AE06C5-34BE-4D68-97C3-4C07702C2DF6}"/>
          </ac:spMkLst>
        </pc:spChg>
      </pc:sldChg>
      <pc:sldChg chg="modSp del mod">
        <pc:chgData name="Renan Xavier Cortes" userId="d6af805853004405" providerId="LiveId" clId="{DD4EF9CF-6574-4471-A21D-3BB24D0401B4}" dt="2026-02-27T21:07:49.450" v="1267" actId="47"/>
        <pc:sldMkLst>
          <pc:docMk/>
          <pc:sldMk cId="3446963972" sldId="276"/>
        </pc:sldMkLst>
        <pc:spChg chg="mod">
          <ac:chgData name="Renan Xavier Cortes" userId="d6af805853004405" providerId="LiveId" clId="{DD4EF9CF-6574-4471-A21D-3BB24D0401B4}" dt="2026-02-18T18:23:27.953" v="281" actId="20577"/>
          <ac:spMkLst>
            <pc:docMk/>
            <pc:sldMk cId="3446963972" sldId="276"/>
            <ac:spMk id="4" creationId="{4B84190D-BF19-CEFE-E86D-F0B0EBBA7C0B}"/>
          </ac:spMkLst>
        </pc:spChg>
      </pc:sldChg>
      <pc:sldChg chg="del">
        <pc:chgData name="Renan Xavier Cortes" userId="d6af805853004405" providerId="LiveId" clId="{DD4EF9CF-6574-4471-A21D-3BB24D0401B4}" dt="2026-02-27T21:07:49.450" v="1267" actId="47"/>
        <pc:sldMkLst>
          <pc:docMk/>
          <pc:sldMk cId="3536810104" sldId="277"/>
        </pc:sldMkLst>
      </pc:sldChg>
      <pc:sldChg chg="del">
        <pc:chgData name="Renan Xavier Cortes" userId="d6af805853004405" providerId="LiveId" clId="{DD4EF9CF-6574-4471-A21D-3BB24D0401B4}" dt="2026-02-27T21:07:49.450" v="1267" actId="47"/>
        <pc:sldMkLst>
          <pc:docMk/>
          <pc:sldMk cId="3805335353" sldId="278"/>
        </pc:sldMkLst>
      </pc:sldChg>
      <pc:sldChg chg="modSp mod">
        <pc:chgData name="Renan Xavier Cortes" userId="d6af805853004405" providerId="LiveId" clId="{DD4EF9CF-6574-4471-A21D-3BB24D0401B4}" dt="2026-03-03T17:07:11.099" v="1533" actId="108"/>
        <pc:sldMkLst>
          <pc:docMk/>
          <pc:sldMk cId="1515360493" sldId="288"/>
        </pc:sldMkLst>
        <pc:spChg chg="mod">
          <ac:chgData name="Renan Xavier Cortes" userId="d6af805853004405" providerId="LiveId" clId="{DD4EF9CF-6574-4471-A21D-3BB24D0401B4}" dt="2026-03-03T17:07:11.099" v="1533" actId="108"/>
          <ac:spMkLst>
            <pc:docMk/>
            <pc:sldMk cId="1515360493" sldId="288"/>
            <ac:spMk id="4" creationId="{4B84190D-BF19-CEFE-E86D-F0B0EBBA7C0B}"/>
          </ac:spMkLst>
        </pc:spChg>
      </pc:sldChg>
      <pc:sldChg chg="addSp delSp modSp add mod">
        <pc:chgData name="Renan Xavier Cortes" userId="d6af805853004405" providerId="LiveId" clId="{DD4EF9CF-6574-4471-A21D-3BB24D0401B4}" dt="2026-02-08T19:00:42.580" v="195" actId="20577"/>
        <pc:sldMkLst>
          <pc:docMk/>
          <pc:sldMk cId="3574790688" sldId="289"/>
        </pc:sldMkLst>
        <pc:spChg chg="mod">
          <ac:chgData name="Renan Xavier Cortes" userId="d6af805853004405" providerId="LiveId" clId="{DD4EF9CF-6574-4471-A21D-3BB24D0401B4}" dt="2026-02-08T19:00:42.580" v="195" actId="20577"/>
          <ac:spMkLst>
            <pc:docMk/>
            <pc:sldMk cId="3574790688" sldId="289"/>
            <ac:spMk id="4" creationId="{4B84190D-BF19-CEFE-E86D-F0B0EBBA7C0B}"/>
          </ac:spMkLst>
        </pc:spChg>
        <pc:spChg chg="del">
          <ac:chgData name="Renan Xavier Cortes" userId="d6af805853004405" providerId="LiveId" clId="{DD4EF9CF-6574-4471-A21D-3BB24D0401B4}" dt="2026-02-08T18:58:47.937" v="4" actId="478"/>
          <ac:spMkLst>
            <pc:docMk/>
            <pc:sldMk cId="3574790688" sldId="289"/>
            <ac:spMk id="10" creationId="{2B1F81A8-3F77-3D25-0D91-989260BBD806}"/>
          </ac:spMkLst>
        </pc:spChg>
        <pc:spChg chg="del">
          <ac:chgData name="Renan Xavier Cortes" userId="d6af805853004405" providerId="LiveId" clId="{DD4EF9CF-6574-4471-A21D-3BB24D0401B4}" dt="2026-02-08T18:58:47.409" v="3" actId="478"/>
          <ac:spMkLst>
            <pc:docMk/>
            <pc:sldMk cId="3574790688" sldId="289"/>
            <ac:spMk id="11" creationId="{ACBE2905-AC6C-0446-21C0-36CE2B864BA5}"/>
          </ac:spMkLst>
        </pc:spChg>
        <pc:picChg chg="add mod">
          <ac:chgData name="Renan Xavier Cortes" userId="d6af805853004405" providerId="LiveId" clId="{DD4EF9CF-6574-4471-A21D-3BB24D0401B4}" dt="2026-02-08T19:00:27.539" v="192" actId="1076"/>
          <ac:picMkLst>
            <pc:docMk/>
            <pc:sldMk cId="3574790688" sldId="289"/>
            <ac:picMk id="6" creationId="{E74464E9-1C55-80B1-C846-1C44D00D4C09}"/>
          </ac:picMkLst>
        </pc:picChg>
        <pc:picChg chg="del">
          <ac:chgData name="Renan Xavier Cortes" userId="d6af805853004405" providerId="LiveId" clId="{DD4EF9CF-6574-4471-A21D-3BB24D0401B4}" dt="2026-02-08T18:58:45.366" v="1" actId="478"/>
          <ac:picMkLst>
            <pc:docMk/>
            <pc:sldMk cId="3574790688" sldId="289"/>
            <ac:picMk id="9" creationId="{61539A83-FA7C-7AD1-70FB-ECE4DD84D297}"/>
          </ac:picMkLst>
        </pc:picChg>
        <pc:picChg chg="del">
          <ac:chgData name="Renan Xavier Cortes" userId="d6af805853004405" providerId="LiveId" clId="{DD4EF9CF-6574-4471-A21D-3BB24D0401B4}" dt="2026-02-08T18:58:45.906" v="2" actId="478"/>
          <ac:picMkLst>
            <pc:docMk/>
            <pc:sldMk cId="3574790688" sldId="289"/>
            <ac:picMk id="13" creationId="{40652A95-1D6F-2C91-CA10-BBD91EE6FCD5}"/>
          </ac:picMkLst>
        </pc:picChg>
      </pc:sldChg>
      <pc:sldChg chg="addSp delSp modSp add mod">
        <pc:chgData name="Renan Xavier Cortes" userId="d6af805853004405" providerId="LiveId" clId="{DD4EF9CF-6574-4471-A21D-3BB24D0401B4}" dt="2026-02-08T19:01:06.757" v="199" actId="1076"/>
        <pc:sldMkLst>
          <pc:docMk/>
          <pc:sldMk cId="2410958212" sldId="290"/>
        </pc:sldMkLst>
        <pc:picChg chg="del">
          <ac:chgData name="Renan Xavier Cortes" userId="d6af805853004405" providerId="LiveId" clId="{DD4EF9CF-6574-4471-A21D-3BB24D0401B4}" dt="2026-02-08T19:01:02.121" v="197" actId="478"/>
          <ac:picMkLst>
            <pc:docMk/>
            <pc:sldMk cId="2410958212" sldId="290"/>
            <ac:picMk id="6" creationId="{E74464E9-1C55-80B1-C846-1C44D00D4C09}"/>
          </ac:picMkLst>
        </pc:picChg>
        <pc:picChg chg="add mod">
          <ac:chgData name="Renan Xavier Cortes" userId="d6af805853004405" providerId="LiveId" clId="{DD4EF9CF-6574-4471-A21D-3BB24D0401B4}" dt="2026-02-08T19:01:06.757" v="199" actId="1076"/>
          <ac:picMkLst>
            <pc:docMk/>
            <pc:sldMk cId="2410958212" sldId="290"/>
            <ac:picMk id="9" creationId="{1E2BA45E-C22A-5EBC-EE35-C1BE4A9D8F6C}"/>
          </ac:picMkLst>
        </pc:picChg>
      </pc:sldChg>
      <pc:sldChg chg="modSp add mod">
        <pc:chgData name="Renan Xavier Cortes" userId="d6af805853004405" providerId="LiveId" clId="{DD4EF9CF-6574-4471-A21D-3BB24D0401B4}" dt="2026-02-27T19:58:42.902" v="297" actId="1076"/>
        <pc:sldMkLst>
          <pc:docMk/>
          <pc:sldMk cId="1909320916" sldId="291"/>
        </pc:sldMkLst>
        <pc:spChg chg="mod">
          <ac:chgData name="Renan Xavier Cortes" userId="d6af805853004405" providerId="LiveId" clId="{DD4EF9CF-6574-4471-A21D-3BB24D0401B4}" dt="2026-02-27T19:58:42.902" v="297" actId="1076"/>
          <ac:spMkLst>
            <pc:docMk/>
            <pc:sldMk cId="1909320916" sldId="291"/>
            <ac:spMk id="14" creationId="{427DBFEB-81BF-4CC3-A411-FBF43D295C56}"/>
          </ac:spMkLst>
        </pc:spChg>
      </pc:sldChg>
      <pc:sldChg chg="addSp delSp modSp add mod ord delAnim modAnim">
        <pc:chgData name="Renan Xavier Cortes" userId="d6af805853004405" providerId="LiveId" clId="{DD4EF9CF-6574-4471-A21D-3BB24D0401B4}" dt="2026-02-27T20:25:04.830" v="747"/>
        <pc:sldMkLst>
          <pc:docMk/>
          <pc:sldMk cId="671435520" sldId="292"/>
        </pc:sldMkLst>
        <pc:spChg chg="del">
          <ac:chgData name="Renan Xavier Cortes" userId="d6af805853004405" providerId="LiveId" clId="{DD4EF9CF-6574-4471-A21D-3BB24D0401B4}" dt="2026-02-27T20:23:16.093" v="717" actId="478"/>
          <ac:spMkLst>
            <pc:docMk/>
            <pc:sldMk cId="671435520" sldId="292"/>
            <ac:spMk id="4" creationId="{215F603E-0960-D36D-0ABA-78F8C93CFA77}"/>
          </ac:spMkLst>
        </pc:spChg>
        <pc:spChg chg="del">
          <ac:chgData name="Renan Xavier Cortes" userId="d6af805853004405" providerId="LiveId" clId="{DD4EF9CF-6574-4471-A21D-3BB24D0401B4}" dt="2026-02-27T20:23:14.774" v="716" actId="478"/>
          <ac:spMkLst>
            <pc:docMk/>
            <pc:sldMk cId="671435520" sldId="292"/>
            <ac:spMk id="5" creationId="{69970046-49A2-6146-7770-02569E439BFD}"/>
          </ac:spMkLst>
        </pc:spChg>
        <pc:spChg chg="add mod">
          <ac:chgData name="Renan Xavier Cortes" userId="d6af805853004405" providerId="LiveId" clId="{DD4EF9CF-6574-4471-A21D-3BB24D0401B4}" dt="2026-02-27T20:24:49.318" v="745" actId="1076"/>
          <ac:spMkLst>
            <pc:docMk/>
            <pc:sldMk cId="671435520" sldId="292"/>
            <ac:spMk id="6" creationId="{3FE48A2F-1BFF-6BE1-2C29-9D41451E5DE1}"/>
          </ac:spMkLst>
        </pc:spChg>
        <pc:spChg chg="add del mod">
          <ac:chgData name="Renan Xavier Cortes" userId="d6af805853004405" providerId="LiveId" clId="{DD4EF9CF-6574-4471-A21D-3BB24D0401B4}" dt="2026-02-27T20:24:26.978" v="738" actId="478"/>
          <ac:spMkLst>
            <pc:docMk/>
            <pc:sldMk cId="671435520" sldId="292"/>
            <ac:spMk id="9" creationId="{AC40DC3C-517A-3556-913F-805D2309FCBF}"/>
          </ac:spMkLst>
        </pc:spChg>
        <pc:spChg chg="add mod">
          <ac:chgData name="Renan Xavier Cortes" userId="d6af805853004405" providerId="LiveId" clId="{DD4EF9CF-6574-4471-A21D-3BB24D0401B4}" dt="2026-02-27T20:24:49.318" v="745" actId="1076"/>
          <ac:spMkLst>
            <pc:docMk/>
            <pc:sldMk cId="671435520" sldId="292"/>
            <ac:spMk id="10" creationId="{3252915E-5AFD-EFAC-13D6-617591F7B2CD}"/>
          </ac:spMkLst>
        </pc:spChg>
      </pc:sldChg>
      <pc:sldChg chg="add">
        <pc:chgData name="Renan Xavier Cortes" userId="d6af805853004405" providerId="LiveId" clId="{DD4EF9CF-6574-4471-A21D-3BB24D0401B4}" dt="2026-02-27T20:30:44.809" v="757"/>
        <pc:sldMkLst>
          <pc:docMk/>
          <pc:sldMk cId="3390593341" sldId="293"/>
        </pc:sldMkLst>
      </pc:sldChg>
      <pc:sldChg chg="addSp delSp modSp add mod">
        <pc:chgData name="Renan Xavier Cortes" userId="d6af805853004405" providerId="LiveId" clId="{DD4EF9CF-6574-4471-A21D-3BB24D0401B4}" dt="2026-02-27T20:59:52.863" v="1189"/>
        <pc:sldMkLst>
          <pc:docMk/>
          <pc:sldMk cId="3081690068" sldId="294"/>
        </pc:sldMkLst>
        <pc:spChg chg="del">
          <ac:chgData name="Renan Xavier Cortes" userId="d6af805853004405" providerId="LiveId" clId="{DD4EF9CF-6574-4471-A21D-3BB24D0401B4}" dt="2026-02-27T20:54:13.156" v="1061" actId="478"/>
          <ac:spMkLst>
            <pc:docMk/>
            <pc:sldMk cId="3081690068" sldId="294"/>
            <ac:spMk id="4" creationId="{4B84190D-BF19-CEFE-E86D-F0B0EBBA7C0B}"/>
          </ac:spMkLst>
        </pc:spChg>
        <pc:spChg chg="del">
          <ac:chgData name="Renan Xavier Cortes" userId="d6af805853004405" providerId="LiveId" clId="{DD4EF9CF-6574-4471-A21D-3BB24D0401B4}" dt="2026-02-27T20:58:35.418" v="1148" actId="478"/>
          <ac:spMkLst>
            <pc:docMk/>
            <pc:sldMk cId="3081690068" sldId="294"/>
            <ac:spMk id="8" creationId="{39AE06C5-34BE-4D68-97C3-4C07702C2DF6}"/>
          </ac:spMkLst>
        </pc:spChg>
        <pc:spChg chg="add mod">
          <ac:chgData name="Renan Xavier Cortes" userId="d6af805853004405" providerId="LiveId" clId="{DD4EF9CF-6574-4471-A21D-3BB24D0401B4}" dt="2026-02-27T20:58:35.672" v="1149"/>
          <ac:spMkLst>
            <pc:docMk/>
            <pc:sldMk cId="3081690068" sldId="294"/>
            <ac:spMk id="9" creationId="{3EC54B89-8FFD-E403-5EB1-9FEA5853083E}"/>
          </ac:spMkLst>
        </pc:spChg>
        <pc:spChg chg="add mod">
          <ac:chgData name="Renan Xavier Cortes" userId="d6af805853004405" providerId="LiveId" clId="{DD4EF9CF-6574-4471-A21D-3BB24D0401B4}" dt="2026-02-27T20:59:52.863" v="1189"/>
          <ac:spMkLst>
            <pc:docMk/>
            <pc:sldMk cId="3081690068" sldId="294"/>
            <ac:spMk id="10" creationId="{DEDE01B5-C0B2-52A8-F264-C97C34C55A4C}"/>
          </ac:spMkLst>
        </pc:spChg>
        <pc:picChg chg="add mod">
          <ac:chgData name="Renan Xavier Cortes" userId="d6af805853004405" providerId="LiveId" clId="{DD4EF9CF-6574-4471-A21D-3BB24D0401B4}" dt="2026-02-27T20:58:29.468" v="1147" actId="1076"/>
          <ac:picMkLst>
            <pc:docMk/>
            <pc:sldMk cId="3081690068" sldId="294"/>
            <ac:picMk id="6" creationId="{D1A93AB8-1653-0153-FD80-834F0B6C8F42}"/>
          </ac:picMkLst>
        </pc:picChg>
      </pc:sldChg>
      <pc:sldChg chg="addSp delSp modSp add mod">
        <pc:chgData name="Renan Xavier Cortes" userId="d6af805853004405" providerId="LiveId" clId="{DD4EF9CF-6574-4471-A21D-3BB24D0401B4}" dt="2026-02-27T20:59:50.280" v="1188" actId="1076"/>
        <pc:sldMkLst>
          <pc:docMk/>
          <pc:sldMk cId="1384777534" sldId="295"/>
        </pc:sldMkLst>
        <pc:spChg chg="del">
          <ac:chgData name="Renan Xavier Cortes" userId="d6af805853004405" providerId="LiveId" clId="{DD4EF9CF-6574-4471-A21D-3BB24D0401B4}" dt="2026-02-27T20:56:29.670" v="1141" actId="478"/>
          <ac:spMkLst>
            <pc:docMk/>
            <pc:sldMk cId="1384777534" sldId="295"/>
            <ac:spMk id="4" creationId="{4B84190D-BF19-CEFE-E86D-F0B0EBBA7C0B}"/>
          </ac:spMkLst>
        </pc:spChg>
        <pc:spChg chg="add mod">
          <ac:chgData name="Renan Xavier Cortes" userId="d6af805853004405" providerId="LiveId" clId="{DD4EF9CF-6574-4471-A21D-3BB24D0401B4}" dt="2026-02-27T20:59:50.280" v="1188" actId="1076"/>
          <ac:spMkLst>
            <pc:docMk/>
            <pc:sldMk cId="1384777534" sldId="295"/>
            <ac:spMk id="9" creationId="{A548FE44-91E6-40C8-A97C-AC3B25EAA738}"/>
          </ac:spMkLst>
        </pc:spChg>
        <pc:picChg chg="add mod">
          <ac:chgData name="Renan Xavier Cortes" userId="d6af805853004405" providerId="LiveId" clId="{DD4EF9CF-6574-4471-A21D-3BB24D0401B4}" dt="2026-02-27T20:56:35.557" v="1144" actId="1076"/>
          <ac:picMkLst>
            <pc:docMk/>
            <pc:sldMk cId="1384777534" sldId="295"/>
            <ac:picMk id="6" creationId="{F5F8F866-1134-D839-3EE2-37CC8A68ED10}"/>
          </ac:picMkLst>
        </pc:picChg>
      </pc:sldChg>
      <pc:sldChg chg="addSp delSp modSp add mod addAnim delAnim modAnim">
        <pc:chgData name="Renan Xavier Cortes" userId="d6af805853004405" providerId="LiveId" clId="{DD4EF9CF-6574-4471-A21D-3BB24D0401B4}" dt="2026-02-27T21:04:27.100" v="1262" actId="478"/>
        <pc:sldMkLst>
          <pc:docMk/>
          <pc:sldMk cId="3093077948" sldId="296"/>
        </pc:sldMkLst>
        <pc:spChg chg="add del mod">
          <ac:chgData name="Renan Xavier Cortes" userId="d6af805853004405" providerId="LiveId" clId="{DD4EF9CF-6574-4471-A21D-3BB24D0401B4}" dt="2026-02-27T21:04:27.100" v="1262" actId="478"/>
          <ac:spMkLst>
            <pc:docMk/>
            <pc:sldMk cId="3093077948" sldId="296"/>
            <ac:spMk id="8" creationId="{EAD076A6-8FA0-0EAF-3CCC-FB6DE1E6F2B9}"/>
          </ac:spMkLst>
        </pc:spChg>
        <pc:picChg chg="add mod">
          <ac:chgData name="Renan Xavier Cortes" userId="d6af805853004405" providerId="LiveId" clId="{DD4EF9CF-6574-4471-A21D-3BB24D0401B4}" dt="2026-02-27T21:01:17.032" v="1196" actId="1076"/>
          <ac:picMkLst>
            <pc:docMk/>
            <pc:sldMk cId="3093077948" sldId="296"/>
            <ac:picMk id="5" creationId="{6DB44830-E4B2-A851-0604-DA2D6D7F2880}"/>
          </ac:picMkLst>
        </pc:picChg>
        <pc:picChg chg="del">
          <ac:chgData name="Renan Xavier Cortes" userId="d6af805853004405" providerId="LiveId" clId="{DD4EF9CF-6574-4471-A21D-3BB24D0401B4}" dt="2026-02-27T21:01:12.945" v="1193" actId="478"/>
          <ac:picMkLst>
            <pc:docMk/>
            <pc:sldMk cId="3093077948" sldId="296"/>
            <ac:picMk id="6" creationId="{D1A93AB8-1653-0153-FD80-834F0B6C8F42}"/>
          </ac:picMkLst>
        </pc:picChg>
      </pc:sldChg>
      <pc:sldChg chg="addSp delSp modSp add mod">
        <pc:chgData name="Renan Xavier Cortes" userId="d6af805853004405" providerId="LiveId" clId="{DD4EF9CF-6574-4471-A21D-3BB24D0401B4}" dt="2026-02-27T21:01:45.079" v="1201" actId="1076"/>
        <pc:sldMkLst>
          <pc:docMk/>
          <pc:sldMk cId="2030436792" sldId="297"/>
        </pc:sldMkLst>
        <pc:picChg chg="add mod">
          <ac:chgData name="Renan Xavier Cortes" userId="d6af805853004405" providerId="LiveId" clId="{DD4EF9CF-6574-4471-A21D-3BB24D0401B4}" dt="2026-02-27T21:01:45.079" v="1201" actId="1076"/>
          <ac:picMkLst>
            <pc:docMk/>
            <pc:sldMk cId="2030436792" sldId="297"/>
            <ac:picMk id="5" creationId="{A1BD44B9-327D-3DEC-101B-00C70FAC01AD}"/>
          </ac:picMkLst>
        </pc:picChg>
        <pc:picChg chg="del">
          <ac:chgData name="Renan Xavier Cortes" userId="d6af805853004405" providerId="LiveId" clId="{DD4EF9CF-6574-4471-A21D-3BB24D0401B4}" dt="2026-02-27T21:01:36.832" v="1197" actId="478"/>
          <ac:picMkLst>
            <pc:docMk/>
            <pc:sldMk cId="2030436792" sldId="297"/>
            <ac:picMk id="6" creationId="{D1A93AB8-1653-0153-FD80-834F0B6C8F42}"/>
          </ac:picMkLst>
        </pc:picChg>
      </pc:sldChg>
      <pc:sldChg chg="addSp delSp modSp add mod">
        <pc:chgData name="Renan Xavier Cortes" userId="d6af805853004405" providerId="LiveId" clId="{DD4EF9CF-6574-4471-A21D-3BB24D0401B4}" dt="2026-02-27T21:02:16.527" v="1207" actId="1076"/>
        <pc:sldMkLst>
          <pc:docMk/>
          <pc:sldMk cId="3736920788" sldId="298"/>
        </pc:sldMkLst>
        <pc:picChg chg="add mod">
          <ac:chgData name="Renan Xavier Cortes" userId="d6af805853004405" providerId="LiveId" clId="{DD4EF9CF-6574-4471-A21D-3BB24D0401B4}" dt="2026-02-27T21:02:16.527" v="1207" actId="1076"/>
          <ac:picMkLst>
            <pc:docMk/>
            <pc:sldMk cId="3736920788" sldId="298"/>
            <ac:picMk id="5" creationId="{7A5411E7-3361-727B-982E-5D5631A3B2EE}"/>
          </ac:picMkLst>
        </pc:picChg>
        <pc:picChg chg="del">
          <ac:chgData name="Renan Xavier Cortes" userId="d6af805853004405" providerId="LiveId" clId="{DD4EF9CF-6574-4471-A21D-3BB24D0401B4}" dt="2026-02-27T21:02:05.512" v="1202" actId="478"/>
          <ac:picMkLst>
            <pc:docMk/>
            <pc:sldMk cId="3736920788" sldId="298"/>
            <ac:picMk id="6" creationId="{D1A93AB8-1653-0153-FD80-834F0B6C8F42}"/>
          </ac:picMkLst>
        </pc:picChg>
      </pc:sldChg>
      <pc:sldChg chg="addSp delSp modSp add mod">
        <pc:chgData name="Renan Xavier Cortes" userId="d6af805853004405" providerId="LiveId" clId="{DD4EF9CF-6574-4471-A21D-3BB24D0401B4}" dt="2026-02-27T21:03:05.155" v="1212" actId="1076"/>
        <pc:sldMkLst>
          <pc:docMk/>
          <pc:sldMk cId="892879354" sldId="299"/>
        </pc:sldMkLst>
        <pc:picChg chg="del">
          <ac:chgData name="Renan Xavier Cortes" userId="d6af805853004405" providerId="LiveId" clId="{DD4EF9CF-6574-4471-A21D-3BB24D0401B4}" dt="2026-02-27T21:03:01.104" v="1209" actId="478"/>
          <ac:picMkLst>
            <pc:docMk/>
            <pc:sldMk cId="892879354" sldId="299"/>
            <ac:picMk id="5" creationId="{7A5411E7-3361-727B-982E-5D5631A3B2EE}"/>
          </ac:picMkLst>
        </pc:picChg>
        <pc:picChg chg="add mod">
          <ac:chgData name="Renan Xavier Cortes" userId="d6af805853004405" providerId="LiveId" clId="{DD4EF9CF-6574-4471-A21D-3BB24D0401B4}" dt="2026-02-27T21:03:05.155" v="1212" actId="1076"/>
          <ac:picMkLst>
            <pc:docMk/>
            <pc:sldMk cId="892879354" sldId="299"/>
            <ac:picMk id="6" creationId="{5C503D66-04C7-892E-3185-B585981F9C10}"/>
          </ac:picMkLst>
        </pc:picChg>
      </pc:sldChg>
      <pc:sldChg chg="modSp add mod">
        <pc:chgData name="Renan Xavier Cortes" userId="d6af805853004405" providerId="LiveId" clId="{DD4EF9CF-6574-4471-A21D-3BB24D0401B4}" dt="2026-02-27T21:04:44.855" v="1266" actId="20577"/>
        <pc:sldMkLst>
          <pc:docMk/>
          <pc:sldMk cId="1335700298" sldId="300"/>
        </pc:sldMkLst>
        <pc:spChg chg="mod">
          <ac:chgData name="Renan Xavier Cortes" userId="d6af805853004405" providerId="LiveId" clId="{DD4EF9CF-6574-4471-A21D-3BB24D0401B4}" dt="2026-02-27T21:04:44.855" v="1266" actId="20577"/>
          <ac:spMkLst>
            <pc:docMk/>
            <pc:sldMk cId="1335700298" sldId="300"/>
            <ac:spMk id="8" creationId="{EAD076A6-8FA0-0EAF-3CCC-FB6DE1E6F2B9}"/>
          </ac:spMkLst>
        </pc:spChg>
        <pc:picChg chg="mod">
          <ac:chgData name="Renan Xavier Cortes" userId="d6af805853004405" providerId="LiveId" clId="{DD4EF9CF-6574-4471-A21D-3BB24D0401B4}" dt="2026-02-27T21:04:31.356" v="1264" actId="1076"/>
          <ac:picMkLst>
            <pc:docMk/>
            <pc:sldMk cId="1335700298" sldId="300"/>
            <ac:picMk id="5" creationId="{6DB44830-E4B2-A851-0604-DA2D6D7F2880}"/>
          </ac:picMkLst>
        </pc:picChg>
      </pc:sldChg>
      <pc:sldChg chg="addSp delSp modSp add mod">
        <pc:chgData name="Renan Xavier Cortes" userId="d6af805853004405" providerId="LiveId" clId="{DD4EF9CF-6574-4471-A21D-3BB24D0401B4}" dt="2026-02-28T16:45:29.022" v="1467"/>
        <pc:sldMkLst>
          <pc:docMk/>
          <pc:sldMk cId="2865553131" sldId="301"/>
        </pc:sldMkLst>
        <pc:spChg chg="add mod">
          <ac:chgData name="Renan Xavier Cortes" userId="d6af805853004405" providerId="LiveId" clId="{DD4EF9CF-6574-4471-A21D-3BB24D0401B4}" dt="2026-02-28T16:45:29.022" v="1467"/>
          <ac:spMkLst>
            <pc:docMk/>
            <pc:sldMk cId="2865553131" sldId="301"/>
            <ac:spMk id="6" creationId="{57C29B4A-0378-196D-7F95-739144F7775B}"/>
          </ac:spMkLst>
        </pc:spChg>
        <pc:spChg chg="del">
          <ac:chgData name="Renan Xavier Cortes" userId="d6af805853004405" providerId="LiveId" clId="{DD4EF9CF-6574-4471-A21D-3BB24D0401B4}" dt="2026-02-28T16:33:51.758" v="1410" actId="478"/>
          <ac:spMkLst>
            <pc:docMk/>
            <pc:sldMk cId="2865553131" sldId="301"/>
            <ac:spMk id="14" creationId="{427DBFEB-81BF-4CC3-A411-FBF43D295C56}"/>
          </ac:spMkLst>
        </pc:spChg>
        <pc:picChg chg="add mod">
          <ac:chgData name="Renan Xavier Cortes" userId="d6af805853004405" providerId="LiveId" clId="{DD4EF9CF-6574-4471-A21D-3BB24D0401B4}" dt="2026-02-28T16:45:10.437" v="1466" actId="1076"/>
          <ac:picMkLst>
            <pc:docMk/>
            <pc:sldMk cId="2865553131" sldId="301"/>
            <ac:picMk id="5" creationId="{D03034DB-9F4B-06AF-AF42-65DF6BD9CFE0}"/>
          </ac:picMkLst>
        </pc:picChg>
      </pc:sldChg>
      <pc:sldChg chg="modSp add del mod">
        <pc:chgData name="Renan Xavier Cortes" userId="d6af805853004405" providerId="LiveId" clId="{DD4EF9CF-6574-4471-A21D-3BB24D0401B4}" dt="2026-02-28T16:38:35.283" v="1458" actId="20577"/>
        <pc:sldMkLst>
          <pc:docMk/>
          <pc:sldMk cId="2623009487" sldId="302"/>
        </pc:sldMkLst>
        <pc:spChg chg="mod">
          <ac:chgData name="Renan Xavier Cortes" userId="d6af805853004405" providerId="LiveId" clId="{DD4EF9CF-6574-4471-A21D-3BB24D0401B4}" dt="2026-02-28T16:38:35.283" v="1458" actId="20577"/>
          <ac:spMkLst>
            <pc:docMk/>
            <pc:sldMk cId="2623009487" sldId="302"/>
            <ac:spMk id="8" creationId="{39AE06C5-34BE-4D68-97C3-4C07702C2DF6}"/>
          </ac:spMkLst>
        </pc:spChg>
      </pc:sldChg>
      <pc:sldChg chg="addSp delSp modSp add del mod">
        <pc:chgData name="Renan Xavier Cortes" userId="d6af805853004405" providerId="LiveId" clId="{DD4EF9CF-6574-4471-A21D-3BB24D0401B4}" dt="2026-02-28T16:38:42.021" v="1460"/>
        <pc:sldMkLst>
          <pc:docMk/>
          <pc:sldMk cId="1711838188" sldId="303"/>
        </pc:sldMkLst>
        <pc:spChg chg="add mod">
          <ac:chgData name="Renan Xavier Cortes" userId="d6af805853004405" providerId="LiveId" clId="{DD4EF9CF-6574-4471-A21D-3BB24D0401B4}" dt="2026-02-28T16:38:42.021" v="1460"/>
          <ac:spMkLst>
            <pc:docMk/>
            <pc:sldMk cId="1711838188" sldId="303"/>
            <ac:spMk id="5" creationId="{6D269458-BE02-8371-77C1-D3BAD01BB5DA}"/>
          </ac:spMkLst>
        </pc:spChg>
        <pc:spChg chg="del">
          <ac:chgData name="Renan Xavier Cortes" userId="d6af805853004405" providerId="LiveId" clId="{DD4EF9CF-6574-4471-A21D-3BB24D0401B4}" dt="2026-02-28T16:38:41.595" v="1459" actId="478"/>
          <ac:spMkLst>
            <pc:docMk/>
            <pc:sldMk cId="1711838188" sldId="303"/>
            <ac:spMk id="8" creationId="{39AE06C5-34BE-4D68-97C3-4C07702C2DF6}"/>
          </ac:spMkLst>
        </pc:spChg>
      </pc:sldChg>
      <pc:sldChg chg="addSp delSp modSp add del mod">
        <pc:chgData name="Renan Xavier Cortes" userId="d6af805853004405" providerId="LiveId" clId="{DD4EF9CF-6574-4471-A21D-3BB24D0401B4}" dt="2026-02-28T16:38:46.839" v="1462"/>
        <pc:sldMkLst>
          <pc:docMk/>
          <pc:sldMk cId="1407976470" sldId="304"/>
        </pc:sldMkLst>
        <pc:spChg chg="add mod">
          <ac:chgData name="Renan Xavier Cortes" userId="d6af805853004405" providerId="LiveId" clId="{DD4EF9CF-6574-4471-A21D-3BB24D0401B4}" dt="2026-02-28T16:38:46.839" v="1462"/>
          <ac:spMkLst>
            <pc:docMk/>
            <pc:sldMk cId="1407976470" sldId="304"/>
            <ac:spMk id="4" creationId="{1660B55B-DE16-0845-8775-772264665BFC}"/>
          </ac:spMkLst>
        </pc:spChg>
        <pc:spChg chg="del">
          <ac:chgData name="Renan Xavier Cortes" userId="d6af805853004405" providerId="LiveId" clId="{DD4EF9CF-6574-4471-A21D-3BB24D0401B4}" dt="2026-02-28T16:38:46.491" v="1461" actId="478"/>
          <ac:spMkLst>
            <pc:docMk/>
            <pc:sldMk cId="1407976470" sldId="304"/>
            <ac:spMk id="8" creationId="{39AE06C5-34BE-4D68-97C3-4C07702C2DF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3F8303-3E6A-4B9A-B114-90BC24763552}" type="datetimeFigureOut">
              <a:rPr lang="pt-BR" smtClean="0"/>
              <a:t>13/08/2026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C88D93-34D3-419D-AEF5-A26FFAFED389}" type="slidenum">
              <a:rPr lang="pt-BR" smtClean="0"/>
              <a:t>‹nº›</a:t>
            </a:fld>
            <a:endParaRPr lang="pt-BR"/>
          </a:p>
        </p:txBody>
      </p:sp>
    </p:spTree>
    <p:extLst>
      <p:ext uri="{BB962C8B-B14F-4D97-AF65-F5344CB8AC3E}">
        <p14:creationId xmlns:p14="http://schemas.microsoft.com/office/powerpoint/2010/main" val="1031848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2</a:t>
            </a:fld>
            <a:endParaRPr lang="pt-BR"/>
          </a:p>
        </p:txBody>
      </p:sp>
    </p:spTree>
    <p:extLst>
      <p:ext uri="{BB962C8B-B14F-4D97-AF65-F5344CB8AC3E}">
        <p14:creationId xmlns:p14="http://schemas.microsoft.com/office/powerpoint/2010/main" val="953214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3</a:t>
            </a:fld>
            <a:endParaRPr lang="pt-BR"/>
          </a:p>
        </p:txBody>
      </p:sp>
    </p:spTree>
    <p:extLst>
      <p:ext uri="{BB962C8B-B14F-4D97-AF65-F5344CB8AC3E}">
        <p14:creationId xmlns:p14="http://schemas.microsoft.com/office/powerpoint/2010/main" val="3780266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4</a:t>
            </a:fld>
            <a:endParaRPr lang="pt-BR"/>
          </a:p>
        </p:txBody>
      </p:sp>
    </p:spTree>
    <p:extLst>
      <p:ext uri="{BB962C8B-B14F-4D97-AF65-F5344CB8AC3E}">
        <p14:creationId xmlns:p14="http://schemas.microsoft.com/office/powerpoint/2010/main" val="3933469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5</a:t>
            </a:fld>
            <a:endParaRPr lang="pt-BR"/>
          </a:p>
        </p:txBody>
      </p:sp>
    </p:spTree>
    <p:extLst>
      <p:ext uri="{BB962C8B-B14F-4D97-AF65-F5344CB8AC3E}">
        <p14:creationId xmlns:p14="http://schemas.microsoft.com/office/powerpoint/2010/main" val="4241977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6</a:t>
            </a:fld>
            <a:endParaRPr lang="pt-BR"/>
          </a:p>
        </p:txBody>
      </p:sp>
    </p:spTree>
    <p:extLst>
      <p:ext uri="{BB962C8B-B14F-4D97-AF65-F5344CB8AC3E}">
        <p14:creationId xmlns:p14="http://schemas.microsoft.com/office/powerpoint/2010/main" val="342672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7</a:t>
            </a:fld>
            <a:endParaRPr lang="pt-BR"/>
          </a:p>
        </p:txBody>
      </p:sp>
    </p:spTree>
    <p:extLst>
      <p:ext uri="{BB962C8B-B14F-4D97-AF65-F5344CB8AC3E}">
        <p14:creationId xmlns:p14="http://schemas.microsoft.com/office/powerpoint/2010/main" val="4039601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8</a:t>
            </a:fld>
            <a:endParaRPr lang="pt-BR"/>
          </a:p>
        </p:txBody>
      </p:sp>
    </p:spTree>
    <p:extLst>
      <p:ext uri="{BB962C8B-B14F-4D97-AF65-F5344CB8AC3E}">
        <p14:creationId xmlns:p14="http://schemas.microsoft.com/office/powerpoint/2010/main" val="2610337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9</a:t>
            </a:fld>
            <a:endParaRPr lang="pt-BR"/>
          </a:p>
        </p:txBody>
      </p:sp>
    </p:spTree>
    <p:extLst>
      <p:ext uri="{BB962C8B-B14F-4D97-AF65-F5344CB8AC3E}">
        <p14:creationId xmlns:p14="http://schemas.microsoft.com/office/powerpoint/2010/main" val="2835820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10</a:t>
            </a:fld>
            <a:endParaRPr lang="pt-BR"/>
          </a:p>
        </p:txBody>
      </p:sp>
    </p:spTree>
    <p:extLst>
      <p:ext uri="{BB962C8B-B14F-4D97-AF65-F5344CB8AC3E}">
        <p14:creationId xmlns:p14="http://schemas.microsoft.com/office/powerpoint/2010/main" val="2475895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11</a:t>
            </a:fld>
            <a:endParaRPr lang="pt-BR"/>
          </a:p>
        </p:txBody>
      </p:sp>
    </p:spTree>
    <p:extLst>
      <p:ext uri="{BB962C8B-B14F-4D97-AF65-F5344CB8AC3E}">
        <p14:creationId xmlns:p14="http://schemas.microsoft.com/office/powerpoint/2010/main" val="2745958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12</a:t>
            </a:fld>
            <a:endParaRPr lang="pt-BR"/>
          </a:p>
        </p:txBody>
      </p:sp>
    </p:spTree>
    <p:extLst>
      <p:ext uri="{BB962C8B-B14F-4D97-AF65-F5344CB8AC3E}">
        <p14:creationId xmlns:p14="http://schemas.microsoft.com/office/powerpoint/2010/main" val="32294918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13</a:t>
            </a:fld>
            <a:endParaRPr lang="pt-BR"/>
          </a:p>
        </p:txBody>
      </p:sp>
    </p:spTree>
    <p:extLst>
      <p:ext uri="{BB962C8B-B14F-4D97-AF65-F5344CB8AC3E}">
        <p14:creationId xmlns:p14="http://schemas.microsoft.com/office/powerpoint/2010/main" val="926432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14</a:t>
            </a:fld>
            <a:endParaRPr lang="pt-BR"/>
          </a:p>
        </p:txBody>
      </p:sp>
    </p:spTree>
    <p:extLst>
      <p:ext uri="{BB962C8B-B14F-4D97-AF65-F5344CB8AC3E}">
        <p14:creationId xmlns:p14="http://schemas.microsoft.com/office/powerpoint/2010/main" val="18846274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15</a:t>
            </a:fld>
            <a:endParaRPr lang="pt-BR"/>
          </a:p>
        </p:txBody>
      </p:sp>
    </p:spTree>
    <p:extLst>
      <p:ext uri="{BB962C8B-B14F-4D97-AF65-F5344CB8AC3E}">
        <p14:creationId xmlns:p14="http://schemas.microsoft.com/office/powerpoint/2010/main" val="907942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16</a:t>
            </a:fld>
            <a:endParaRPr lang="pt-BR"/>
          </a:p>
        </p:txBody>
      </p:sp>
    </p:spTree>
    <p:extLst>
      <p:ext uri="{BB962C8B-B14F-4D97-AF65-F5344CB8AC3E}">
        <p14:creationId xmlns:p14="http://schemas.microsoft.com/office/powerpoint/2010/main" val="35721865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17</a:t>
            </a:fld>
            <a:endParaRPr lang="pt-BR"/>
          </a:p>
        </p:txBody>
      </p:sp>
    </p:spTree>
    <p:extLst>
      <p:ext uri="{BB962C8B-B14F-4D97-AF65-F5344CB8AC3E}">
        <p14:creationId xmlns:p14="http://schemas.microsoft.com/office/powerpoint/2010/main" val="5555649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18</a:t>
            </a:fld>
            <a:endParaRPr lang="pt-BR"/>
          </a:p>
        </p:txBody>
      </p:sp>
    </p:spTree>
    <p:extLst>
      <p:ext uri="{BB962C8B-B14F-4D97-AF65-F5344CB8AC3E}">
        <p14:creationId xmlns:p14="http://schemas.microsoft.com/office/powerpoint/2010/main" val="27037596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19</a:t>
            </a:fld>
            <a:endParaRPr lang="pt-BR"/>
          </a:p>
        </p:txBody>
      </p:sp>
    </p:spTree>
    <p:extLst>
      <p:ext uri="{BB962C8B-B14F-4D97-AF65-F5344CB8AC3E}">
        <p14:creationId xmlns:p14="http://schemas.microsoft.com/office/powerpoint/2010/main" val="10483265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20</a:t>
            </a:fld>
            <a:endParaRPr lang="pt-BR"/>
          </a:p>
        </p:txBody>
      </p:sp>
    </p:spTree>
    <p:extLst>
      <p:ext uri="{BB962C8B-B14F-4D97-AF65-F5344CB8AC3E}">
        <p14:creationId xmlns:p14="http://schemas.microsoft.com/office/powerpoint/2010/main" val="42354845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7C88D93-34D3-419D-AEF5-A26FFAFED389}" type="slidenum">
              <a:rPr lang="pt-BR" smtClean="0"/>
              <a:t>21</a:t>
            </a:fld>
            <a:endParaRPr lang="pt-BR"/>
          </a:p>
        </p:txBody>
      </p:sp>
    </p:spTree>
    <p:extLst>
      <p:ext uri="{BB962C8B-B14F-4D97-AF65-F5344CB8AC3E}">
        <p14:creationId xmlns:p14="http://schemas.microsoft.com/office/powerpoint/2010/main" val="8738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9A2F1A-6080-4971-A33A-95DF4E2C108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AC7BBF8-A856-4691-86E9-61C95CD783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CDFDF215-E0F5-4E53-AFCC-DD74CE9480CD}"/>
              </a:ext>
            </a:extLst>
          </p:cNvPr>
          <p:cNvSpPr>
            <a:spLocks noGrp="1"/>
          </p:cNvSpPr>
          <p:nvPr>
            <p:ph type="dt" sz="half" idx="10"/>
          </p:nvPr>
        </p:nvSpPr>
        <p:spPr/>
        <p:txBody>
          <a:bodyPr/>
          <a:lstStyle/>
          <a:p>
            <a:fld id="{6D1CE400-4242-4B09-9036-D13CC6199FDE}" type="datetimeFigureOut">
              <a:rPr lang="pt-BR" smtClean="0"/>
              <a:t>13/08/2026</a:t>
            </a:fld>
            <a:endParaRPr lang="pt-BR"/>
          </a:p>
        </p:txBody>
      </p:sp>
      <p:sp>
        <p:nvSpPr>
          <p:cNvPr id="5" name="Espaço Reservado para Rodapé 4">
            <a:extLst>
              <a:ext uri="{FF2B5EF4-FFF2-40B4-BE49-F238E27FC236}">
                <a16:creationId xmlns:a16="http://schemas.microsoft.com/office/drawing/2014/main" id="{72EECCCF-D57C-4E63-90AC-F37211C0B241}"/>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0CD0B4D-A53B-4ED2-9A41-D4FC84279095}"/>
              </a:ext>
            </a:extLst>
          </p:cNvPr>
          <p:cNvSpPr>
            <a:spLocks noGrp="1"/>
          </p:cNvSpPr>
          <p:nvPr>
            <p:ph type="sldNum" sz="quarter" idx="12"/>
          </p:nvPr>
        </p:nvSpPr>
        <p:spPr/>
        <p:txBody>
          <a:bodyPr/>
          <a:lstStyle/>
          <a:p>
            <a:fld id="{304934F0-2ECC-450F-858C-77C3308FCECB}" type="slidenum">
              <a:rPr lang="pt-BR" smtClean="0"/>
              <a:t>‹nº›</a:t>
            </a:fld>
            <a:endParaRPr lang="pt-BR"/>
          </a:p>
        </p:txBody>
      </p:sp>
    </p:spTree>
    <p:extLst>
      <p:ext uri="{BB962C8B-B14F-4D97-AF65-F5344CB8AC3E}">
        <p14:creationId xmlns:p14="http://schemas.microsoft.com/office/powerpoint/2010/main" val="581475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AB0EEA-4F78-4E38-9ED2-DD5AF75506FC}"/>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2B7117B-6FD5-4FBE-9BE2-CB00353D1E50}"/>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FC21908-9106-40EE-9D59-7FE2DEE7B3E1}"/>
              </a:ext>
            </a:extLst>
          </p:cNvPr>
          <p:cNvSpPr>
            <a:spLocks noGrp="1"/>
          </p:cNvSpPr>
          <p:nvPr>
            <p:ph type="dt" sz="half" idx="10"/>
          </p:nvPr>
        </p:nvSpPr>
        <p:spPr/>
        <p:txBody>
          <a:bodyPr/>
          <a:lstStyle/>
          <a:p>
            <a:fld id="{6D1CE400-4242-4B09-9036-D13CC6199FDE}" type="datetimeFigureOut">
              <a:rPr lang="pt-BR" smtClean="0"/>
              <a:t>13/08/2026</a:t>
            </a:fld>
            <a:endParaRPr lang="pt-BR"/>
          </a:p>
        </p:txBody>
      </p:sp>
      <p:sp>
        <p:nvSpPr>
          <p:cNvPr id="5" name="Espaço Reservado para Rodapé 4">
            <a:extLst>
              <a:ext uri="{FF2B5EF4-FFF2-40B4-BE49-F238E27FC236}">
                <a16:creationId xmlns:a16="http://schemas.microsoft.com/office/drawing/2014/main" id="{FE890C1E-550B-4128-A365-102682BCFA8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E3C078F-A828-40D5-A573-CA8EDC845361}"/>
              </a:ext>
            </a:extLst>
          </p:cNvPr>
          <p:cNvSpPr>
            <a:spLocks noGrp="1"/>
          </p:cNvSpPr>
          <p:nvPr>
            <p:ph type="sldNum" sz="quarter" idx="12"/>
          </p:nvPr>
        </p:nvSpPr>
        <p:spPr/>
        <p:txBody>
          <a:bodyPr/>
          <a:lstStyle/>
          <a:p>
            <a:fld id="{304934F0-2ECC-450F-858C-77C3308FCECB}" type="slidenum">
              <a:rPr lang="pt-BR" smtClean="0"/>
              <a:t>‹nº›</a:t>
            </a:fld>
            <a:endParaRPr lang="pt-BR"/>
          </a:p>
        </p:txBody>
      </p:sp>
    </p:spTree>
    <p:extLst>
      <p:ext uri="{BB962C8B-B14F-4D97-AF65-F5344CB8AC3E}">
        <p14:creationId xmlns:p14="http://schemas.microsoft.com/office/powerpoint/2010/main" val="2454747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13BA94-E44D-4113-AB97-76F7ABA1083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F37903A6-EF30-44F9-88BA-82E7E926C0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96D12E0A-92EE-4787-8D04-1615ACA0D5F3}"/>
              </a:ext>
            </a:extLst>
          </p:cNvPr>
          <p:cNvSpPr>
            <a:spLocks noGrp="1"/>
          </p:cNvSpPr>
          <p:nvPr>
            <p:ph type="dt" sz="half" idx="10"/>
          </p:nvPr>
        </p:nvSpPr>
        <p:spPr/>
        <p:txBody>
          <a:bodyPr/>
          <a:lstStyle/>
          <a:p>
            <a:fld id="{6D1CE400-4242-4B09-9036-D13CC6199FDE}" type="datetimeFigureOut">
              <a:rPr lang="pt-BR" smtClean="0"/>
              <a:t>13/08/2026</a:t>
            </a:fld>
            <a:endParaRPr lang="pt-BR"/>
          </a:p>
        </p:txBody>
      </p:sp>
      <p:sp>
        <p:nvSpPr>
          <p:cNvPr id="5" name="Espaço Reservado para Rodapé 4">
            <a:extLst>
              <a:ext uri="{FF2B5EF4-FFF2-40B4-BE49-F238E27FC236}">
                <a16:creationId xmlns:a16="http://schemas.microsoft.com/office/drawing/2014/main" id="{16E9A5D4-A7CD-4E3F-AE31-CA24C20CDB2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C2A0D66-07D3-4854-B32E-832F2E21839D}"/>
              </a:ext>
            </a:extLst>
          </p:cNvPr>
          <p:cNvSpPr>
            <a:spLocks noGrp="1"/>
          </p:cNvSpPr>
          <p:nvPr>
            <p:ph type="sldNum" sz="quarter" idx="12"/>
          </p:nvPr>
        </p:nvSpPr>
        <p:spPr/>
        <p:txBody>
          <a:bodyPr/>
          <a:lstStyle/>
          <a:p>
            <a:fld id="{304934F0-2ECC-450F-858C-77C3308FCECB}" type="slidenum">
              <a:rPr lang="pt-BR" smtClean="0"/>
              <a:t>‹nº›</a:t>
            </a:fld>
            <a:endParaRPr lang="pt-BR"/>
          </a:p>
        </p:txBody>
      </p:sp>
    </p:spTree>
    <p:extLst>
      <p:ext uri="{BB962C8B-B14F-4D97-AF65-F5344CB8AC3E}">
        <p14:creationId xmlns:p14="http://schemas.microsoft.com/office/powerpoint/2010/main" val="901271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05934C-0EDE-4057-BE6C-235C6077CFB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79C426AF-CEA6-4BDE-96F1-3CF3A57A82E6}"/>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F0770036-7E06-441B-9252-F2808F5CD6EB}"/>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8526713C-5551-4039-BBDD-7AAB6A604090}"/>
              </a:ext>
            </a:extLst>
          </p:cNvPr>
          <p:cNvSpPr>
            <a:spLocks noGrp="1"/>
          </p:cNvSpPr>
          <p:nvPr>
            <p:ph type="dt" sz="half" idx="10"/>
          </p:nvPr>
        </p:nvSpPr>
        <p:spPr/>
        <p:txBody>
          <a:bodyPr/>
          <a:lstStyle/>
          <a:p>
            <a:fld id="{6D1CE400-4242-4B09-9036-D13CC6199FDE}" type="datetimeFigureOut">
              <a:rPr lang="pt-BR" smtClean="0"/>
              <a:t>13/08/2026</a:t>
            </a:fld>
            <a:endParaRPr lang="pt-BR"/>
          </a:p>
        </p:txBody>
      </p:sp>
      <p:sp>
        <p:nvSpPr>
          <p:cNvPr id="6" name="Espaço Reservado para Rodapé 5">
            <a:extLst>
              <a:ext uri="{FF2B5EF4-FFF2-40B4-BE49-F238E27FC236}">
                <a16:creationId xmlns:a16="http://schemas.microsoft.com/office/drawing/2014/main" id="{BE64C2AE-FE0D-4A45-AD21-6FCABBCF52F7}"/>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1F31E159-EE6F-4E08-A5B9-CD9707D5A744}"/>
              </a:ext>
            </a:extLst>
          </p:cNvPr>
          <p:cNvSpPr>
            <a:spLocks noGrp="1"/>
          </p:cNvSpPr>
          <p:nvPr>
            <p:ph type="sldNum" sz="quarter" idx="12"/>
          </p:nvPr>
        </p:nvSpPr>
        <p:spPr/>
        <p:txBody>
          <a:bodyPr/>
          <a:lstStyle/>
          <a:p>
            <a:fld id="{304934F0-2ECC-450F-858C-77C3308FCECB}" type="slidenum">
              <a:rPr lang="pt-BR" smtClean="0"/>
              <a:t>‹nº›</a:t>
            </a:fld>
            <a:endParaRPr lang="pt-BR"/>
          </a:p>
        </p:txBody>
      </p:sp>
    </p:spTree>
    <p:extLst>
      <p:ext uri="{BB962C8B-B14F-4D97-AF65-F5344CB8AC3E}">
        <p14:creationId xmlns:p14="http://schemas.microsoft.com/office/powerpoint/2010/main" val="550899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364D24-94F1-4728-81BD-3B6331D4978C}"/>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FE0AED82-79E6-4099-8FF4-42649D89DA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7B98FE2C-3ABE-4031-9129-CF7C9F7EFE60}"/>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06113761-E86A-43EA-A9A3-750006308C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CEE22E0D-C9AF-4309-8053-9249474CD466}"/>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E43D3C56-41B0-422A-A943-B4EA7F9D3AA5}"/>
              </a:ext>
            </a:extLst>
          </p:cNvPr>
          <p:cNvSpPr>
            <a:spLocks noGrp="1"/>
          </p:cNvSpPr>
          <p:nvPr>
            <p:ph type="dt" sz="half" idx="10"/>
          </p:nvPr>
        </p:nvSpPr>
        <p:spPr/>
        <p:txBody>
          <a:bodyPr/>
          <a:lstStyle/>
          <a:p>
            <a:fld id="{6D1CE400-4242-4B09-9036-D13CC6199FDE}" type="datetimeFigureOut">
              <a:rPr lang="pt-BR" smtClean="0"/>
              <a:t>13/08/2026</a:t>
            </a:fld>
            <a:endParaRPr lang="pt-BR"/>
          </a:p>
        </p:txBody>
      </p:sp>
      <p:sp>
        <p:nvSpPr>
          <p:cNvPr id="8" name="Espaço Reservado para Rodapé 7">
            <a:extLst>
              <a:ext uri="{FF2B5EF4-FFF2-40B4-BE49-F238E27FC236}">
                <a16:creationId xmlns:a16="http://schemas.microsoft.com/office/drawing/2014/main" id="{0C26DBC2-3AB1-49A5-8631-0CB38290FA52}"/>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25F1EEBF-72E9-480C-B6A8-3609ADF1D267}"/>
              </a:ext>
            </a:extLst>
          </p:cNvPr>
          <p:cNvSpPr>
            <a:spLocks noGrp="1"/>
          </p:cNvSpPr>
          <p:nvPr>
            <p:ph type="sldNum" sz="quarter" idx="12"/>
          </p:nvPr>
        </p:nvSpPr>
        <p:spPr/>
        <p:txBody>
          <a:bodyPr/>
          <a:lstStyle/>
          <a:p>
            <a:fld id="{304934F0-2ECC-450F-858C-77C3308FCECB}" type="slidenum">
              <a:rPr lang="pt-BR" smtClean="0"/>
              <a:t>‹nº›</a:t>
            </a:fld>
            <a:endParaRPr lang="pt-BR"/>
          </a:p>
        </p:txBody>
      </p:sp>
    </p:spTree>
    <p:extLst>
      <p:ext uri="{BB962C8B-B14F-4D97-AF65-F5344CB8AC3E}">
        <p14:creationId xmlns:p14="http://schemas.microsoft.com/office/powerpoint/2010/main" val="1851765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7093A-EACA-4917-B9E7-FECB3B6F8B4C}"/>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46E60EE8-DBED-4911-90A1-50437C0912AE}"/>
              </a:ext>
            </a:extLst>
          </p:cNvPr>
          <p:cNvSpPr>
            <a:spLocks noGrp="1"/>
          </p:cNvSpPr>
          <p:nvPr>
            <p:ph type="dt" sz="half" idx="10"/>
          </p:nvPr>
        </p:nvSpPr>
        <p:spPr/>
        <p:txBody>
          <a:bodyPr/>
          <a:lstStyle/>
          <a:p>
            <a:fld id="{6D1CE400-4242-4B09-9036-D13CC6199FDE}" type="datetimeFigureOut">
              <a:rPr lang="pt-BR" smtClean="0"/>
              <a:t>13/08/2026</a:t>
            </a:fld>
            <a:endParaRPr lang="pt-BR"/>
          </a:p>
        </p:txBody>
      </p:sp>
      <p:sp>
        <p:nvSpPr>
          <p:cNvPr id="4" name="Espaço Reservado para Rodapé 3">
            <a:extLst>
              <a:ext uri="{FF2B5EF4-FFF2-40B4-BE49-F238E27FC236}">
                <a16:creationId xmlns:a16="http://schemas.microsoft.com/office/drawing/2014/main" id="{9F8ECA24-10A4-4B51-B723-02B8B1DBA1AB}"/>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DB8F9ADD-BBF7-41C6-A202-5B264A42D454}"/>
              </a:ext>
            </a:extLst>
          </p:cNvPr>
          <p:cNvSpPr>
            <a:spLocks noGrp="1"/>
          </p:cNvSpPr>
          <p:nvPr>
            <p:ph type="sldNum" sz="quarter" idx="12"/>
          </p:nvPr>
        </p:nvSpPr>
        <p:spPr/>
        <p:txBody>
          <a:bodyPr/>
          <a:lstStyle/>
          <a:p>
            <a:fld id="{304934F0-2ECC-450F-858C-77C3308FCECB}" type="slidenum">
              <a:rPr lang="pt-BR" smtClean="0"/>
              <a:t>‹nº›</a:t>
            </a:fld>
            <a:endParaRPr lang="pt-BR"/>
          </a:p>
        </p:txBody>
      </p:sp>
    </p:spTree>
    <p:extLst>
      <p:ext uri="{BB962C8B-B14F-4D97-AF65-F5344CB8AC3E}">
        <p14:creationId xmlns:p14="http://schemas.microsoft.com/office/powerpoint/2010/main" val="1639247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C513048-08F8-4883-9EA5-1E7B6CCB3581}"/>
              </a:ext>
            </a:extLst>
          </p:cNvPr>
          <p:cNvSpPr>
            <a:spLocks noGrp="1"/>
          </p:cNvSpPr>
          <p:nvPr>
            <p:ph type="dt" sz="half" idx="10"/>
          </p:nvPr>
        </p:nvSpPr>
        <p:spPr/>
        <p:txBody>
          <a:bodyPr/>
          <a:lstStyle/>
          <a:p>
            <a:fld id="{6D1CE400-4242-4B09-9036-D13CC6199FDE}" type="datetimeFigureOut">
              <a:rPr lang="pt-BR" smtClean="0"/>
              <a:t>13/08/2026</a:t>
            </a:fld>
            <a:endParaRPr lang="pt-BR"/>
          </a:p>
        </p:txBody>
      </p:sp>
      <p:sp>
        <p:nvSpPr>
          <p:cNvPr id="3" name="Espaço Reservado para Rodapé 2">
            <a:extLst>
              <a:ext uri="{FF2B5EF4-FFF2-40B4-BE49-F238E27FC236}">
                <a16:creationId xmlns:a16="http://schemas.microsoft.com/office/drawing/2014/main" id="{0C5399C3-67BB-4737-8C27-29F84E03B534}"/>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0DB27110-BB70-4555-BBAC-6ACBE33F85BF}"/>
              </a:ext>
            </a:extLst>
          </p:cNvPr>
          <p:cNvSpPr>
            <a:spLocks noGrp="1"/>
          </p:cNvSpPr>
          <p:nvPr>
            <p:ph type="sldNum" sz="quarter" idx="12"/>
          </p:nvPr>
        </p:nvSpPr>
        <p:spPr/>
        <p:txBody>
          <a:bodyPr/>
          <a:lstStyle/>
          <a:p>
            <a:fld id="{304934F0-2ECC-450F-858C-77C3308FCECB}" type="slidenum">
              <a:rPr lang="pt-BR" smtClean="0"/>
              <a:t>‹nº›</a:t>
            </a:fld>
            <a:endParaRPr lang="pt-BR"/>
          </a:p>
        </p:txBody>
      </p:sp>
    </p:spTree>
    <p:extLst>
      <p:ext uri="{BB962C8B-B14F-4D97-AF65-F5344CB8AC3E}">
        <p14:creationId xmlns:p14="http://schemas.microsoft.com/office/powerpoint/2010/main" val="3115101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9EFBA-78F4-450C-92DB-9201AD1D8D5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25C31438-A0E9-47F4-837F-1A6FDF8B3A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31E379A0-52DC-45C9-A2AE-71834F8A85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8BAE1890-0E67-4F76-8EFC-E9CA29D7FB5F}"/>
              </a:ext>
            </a:extLst>
          </p:cNvPr>
          <p:cNvSpPr>
            <a:spLocks noGrp="1"/>
          </p:cNvSpPr>
          <p:nvPr>
            <p:ph type="dt" sz="half" idx="10"/>
          </p:nvPr>
        </p:nvSpPr>
        <p:spPr/>
        <p:txBody>
          <a:bodyPr/>
          <a:lstStyle/>
          <a:p>
            <a:fld id="{6D1CE400-4242-4B09-9036-D13CC6199FDE}" type="datetimeFigureOut">
              <a:rPr lang="pt-BR" smtClean="0"/>
              <a:t>13/08/2026</a:t>
            </a:fld>
            <a:endParaRPr lang="pt-BR"/>
          </a:p>
        </p:txBody>
      </p:sp>
      <p:sp>
        <p:nvSpPr>
          <p:cNvPr id="6" name="Espaço Reservado para Rodapé 5">
            <a:extLst>
              <a:ext uri="{FF2B5EF4-FFF2-40B4-BE49-F238E27FC236}">
                <a16:creationId xmlns:a16="http://schemas.microsoft.com/office/drawing/2014/main" id="{FB847BF3-0E6B-47A4-8A7F-1AAFE8DB2BB7}"/>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0BCAFA31-F597-4185-A24F-BB0C97C86487}"/>
              </a:ext>
            </a:extLst>
          </p:cNvPr>
          <p:cNvSpPr>
            <a:spLocks noGrp="1"/>
          </p:cNvSpPr>
          <p:nvPr>
            <p:ph type="sldNum" sz="quarter" idx="12"/>
          </p:nvPr>
        </p:nvSpPr>
        <p:spPr/>
        <p:txBody>
          <a:bodyPr/>
          <a:lstStyle/>
          <a:p>
            <a:fld id="{304934F0-2ECC-450F-858C-77C3308FCECB}" type="slidenum">
              <a:rPr lang="pt-BR" smtClean="0"/>
              <a:t>‹nº›</a:t>
            </a:fld>
            <a:endParaRPr lang="pt-BR"/>
          </a:p>
        </p:txBody>
      </p:sp>
    </p:spTree>
    <p:extLst>
      <p:ext uri="{BB962C8B-B14F-4D97-AF65-F5344CB8AC3E}">
        <p14:creationId xmlns:p14="http://schemas.microsoft.com/office/powerpoint/2010/main" val="649400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9B7317-23BB-4E76-825A-3673A7017A0A}"/>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8043038B-B844-4BDD-8294-B4014D052C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EFF181FB-BAE0-425C-9A4E-B829AEC2C0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36A63716-0CEB-4049-86D9-B070FB9D6187}"/>
              </a:ext>
            </a:extLst>
          </p:cNvPr>
          <p:cNvSpPr>
            <a:spLocks noGrp="1"/>
          </p:cNvSpPr>
          <p:nvPr>
            <p:ph type="dt" sz="half" idx="10"/>
          </p:nvPr>
        </p:nvSpPr>
        <p:spPr/>
        <p:txBody>
          <a:bodyPr/>
          <a:lstStyle/>
          <a:p>
            <a:fld id="{6D1CE400-4242-4B09-9036-D13CC6199FDE}" type="datetimeFigureOut">
              <a:rPr lang="pt-BR" smtClean="0"/>
              <a:t>13/08/2026</a:t>
            </a:fld>
            <a:endParaRPr lang="pt-BR"/>
          </a:p>
        </p:txBody>
      </p:sp>
      <p:sp>
        <p:nvSpPr>
          <p:cNvPr id="6" name="Espaço Reservado para Rodapé 5">
            <a:extLst>
              <a:ext uri="{FF2B5EF4-FFF2-40B4-BE49-F238E27FC236}">
                <a16:creationId xmlns:a16="http://schemas.microsoft.com/office/drawing/2014/main" id="{FE949B01-B8E0-4DDC-9830-7F85F3E957F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7A52E4E6-64E5-45E0-91BC-5ACF099872DF}"/>
              </a:ext>
            </a:extLst>
          </p:cNvPr>
          <p:cNvSpPr>
            <a:spLocks noGrp="1"/>
          </p:cNvSpPr>
          <p:nvPr>
            <p:ph type="sldNum" sz="quarter" idx="12"/>
          </p:nvPr>
        </p:nvSpPr>
        <p:spPr/>
        <p:txBody>
          <a:bodyPr/>
          <a:lstStyle/>
          <a:p>
            <a:fld id="{304934F0-2ECC-450F-858C-77C3308FCECB}" type="slidenum">
              <a:rPr lang="pt-BR" smtClean="0"/>
              <a:t>‹nº›</a:t>
            </a:fld>
            <a:endParaRPr lang="pt-BR"/>
          </a:p>
        </p:txBody>
      </p:sp>
    </p:spTree>
    <p:extLst>
      <p:ext uri="{BB962C8B-B14F-4D97-AF65-F5344CB8AC3E}">
        <p14:creationId xmlns:p14="http://schemas.microsoft.com/office/powerpoint/2010/main" val="3056674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70216F-B8DE-46CC-96B5-D27A51CC6BB7}"/>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CF2720DD-91FF-4D7E-9FFA-BC396519BAC9}"/>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DDBDF20-FCA5-4827-B32B-BF615E94F93E}"/>
              </a:ext>
            </a:extLst>
          </p:cNvPr>
          <p:cNvSpPr>
            <a:spLocks noGrp="1"/>
          </p:cNvSpPr>
          <p:nvPr>
            <p:ph type="dt" sz="half" idx="10"/>
          </p:nvPr>
        </p:nvSpPr>
        <p:spPr/>
        <p:txBody>
          <a:bodyPr/>
          <a:lstStyle/>
          <a:p>
            <a:fld id="{6D1CE400-4242-4B09-9036-D13CC6199FDE}" type="datetimeFigureOut">
              <a:rPr lang="pt-BR" smtClean="0"/>
              <a:t>13/08/2026</a:t>
            </a:fld>
            <a:endParaRPr lang="pt-BR"/>
          </a:p>
        </p:txBody>
      </p:sp>
      <p:sp>
        <p:nvSpPr>
          <p:cNvPr id="5" name="Espaço Reservado para Rodapé 4">
            <a:extLst>
              <a:ext uri="{FF2B5EF4-FFF2-40B4-BE49-F238E27FC236}">
                <a16:creationId xmlns:a16="http://schemas.microsoft.com/office/drawing/2014/main" id="{2D82B8FE-20B3-4543-BF01-B49FDA7BB0A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F9FD039-C296-45D4-B0F9-9D693ACDFC59}"/>
              </a:ext>
            </a:extLst>
          </p:cNvPr>
          <p:cNvSpPr>
            <a:spLocks noGrp="1"/>
          </p:cNvSpPr>
          <p:nvPr>
            <p:ph type="sldNum" sz="quarter" idx="12"/>
          </p:nvPr>
        </p:nvSpPr>
        <p:spPr/>
        <p:txBody>
          <a:bodyPr/>
          <a:lstStyle/>
          <a:p>
            <a:fld id="{304934F0-2ECC-450F-858C-77C3308FCECB}" type="slidenum">
              <a:rPr lang="pt-BR" smtClean="0"/>
              <a:t>‹nº›</a:t>
            </a:fld>
            <a:endParaRPr lang="pt-BR"/>
          </a:p>
        </p:txBody>
      </p:sp>
    </p:spTree>
    <p:extLst>
      <p:ext uri="{BB962C8B-B14F-4D97-AF65-F5344CB8AC3E}">
        <p14:creationId xmlns:p14="http://schemas.microsoft.com/office/powerpoint/2010/main" val="2164758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060417A-1345-44E5-9494-1F390040F1B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DEE643A3-BCAB-4E6B-B54F-CFF16EC5E1E5}"/>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84B49B7-665F-4BDD-A62C-828FCF54E976}"/>
              </a:ext>
            </a:extLst>
          </p:cNvPr>
          <p:cNvSpPr>
            <a:spLocks noGrp="1"/>
          </p:cNvSpPr>
          <p:nvPr>
            <p:ph type="dt" sz="half" idx="10"/>
          </p:nvPr>
        </p:nvSpPr>
        <p:spPr/>
        <p:txBody>
          <a:bodyPr/>
          <a:lstStyle/>
          <a:p>
            <a:fld id="{6D1CE400-4242-4B09-9036-D13CC6199FDE}" type="datetimeFigureOut">
              <a:rPr lang="pt-BR" smtClean="0"/>
              <a:t>13/08/2026</a:t>
            </a:fld>
            <a:endParaRPr lang="pt-BR"/>
          </a:p>
        </p:txBody>
      </p:sp>
      <p:sp>
        <p:nvSpPr>
          <p:cNvPr id="5" name="Espaço Reservado para Rodapé 4">
            <a:extLst>
              <a:ext uri="{FF2B5EF4-FFF2-40B4-BE49-F238E27FC236}">
                <a16:creationId xmlns:a16="http://schemas.microsoft.com/office/drawing/2014/main" id="{E0D7CB32-49A2-409E-AC2E-CAAD16A581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8D66B1A-67AB-47F4-A2BF-62E81C6F2B2E}"/>
              </a:ext>
            </a:extLst>
          </p:cNvPr>
          <p:cNvSpPr>
            <a:spLocks noGrp="1"/>
          </p:cNvSpPr>
          <p:nvPr>
            <p:ph type="sldNum" sz="quarter" idx="12"/>
          </p:nvPr>
        </p:nvSpPr>
        <p:spPr/>
        <p:txBody>
          <a:bodyPr/>
          <a:lstStyle/>
          <a:p>
            <a:fld id="{304934F0-2ECC-450F-858C-77C3308FCECB}" type="slidenum">
              <a:rPr lang="pt-BR" smtClean="0"/>
              <a:t>‹nº›</a:t>
            </a:fld>
            <a:endParaRPr lang="pt-BR"/>
          </a:p>
        </p:txBody>
      </p:sp>
    </p:spTree>
    <p:extLst>
      <p:ext uri="{BB962C8B-B14F-4D97-AF65-F5344CB8AC3E}">
        <p14:creationId xmlns:p14="http://schemas.microsoft.com/office/powerpoint/2010/main" val="3817103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3D1743C5-3550-4161-8C2E-999F18D2BC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28512811-F0AC-47D3-A496-FF7F3F32E8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C5DA4EB-2FEF-438C-8FB9-E48B1F950C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1CE400-4242-4B09-9036-D13CC6199FDE}" type="datetimeFigureOut">
              <a:rPr lang="pt-BR" smtClean="0"/>
              <a:t>13/08/2026</a:t>
            </a:fld>
            <a:endParaRPr lang="pt-BR"/>
          </a:p>
        </p:txBody>
      </p:sp>
      <p:sp>
        <p:nvSpPr>
          <p:cNvPr id="5" name="Espaço Reservado para Rodapé 4">
            <a:extLst>
              <a:ext uri="{FF2B5EF4-FFF2-40B4-BE49-F238E27FC236}">
                <a16:creationId xmlns:a16="http://schemas.microsoft.com/office/drawing/2014/main" id="{846CDAF4-4CC6-4E3B-B309-E38CAC19A4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2AEC0242-51F6-4031-8024-8A8EE0CB48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4934F0-2ECC-450F-858C-77C3308FCECB}" type="slidenum">
              <a:rPr lang="pt-BR" smtClean="0"/>
              <a:t>‹nº›</a:t>
            </a:fld>
            <a:endParaRPr lang="pt-BR"/>
          </a:p>
        </p:txBody>
      </p:sp>
    </p:spTree>
    <p:extLst>
      <p:ext uri="{BB962C8B-B14F-4D97-AF65-F5344CB8AC3E}">
        <p14:creationId xmlns:p14="http://schemas.microsoft.com/office/powerpoint/2010/main" val="7899272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png"/><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jpe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png"/><Relationship Id="rId9"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jpeg"/><Relationship Id="rId7"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6BAB02-4578-42EC-A9FB-F4446897095D}"/>
              </a:ext>
            </a:extLst>
          </p:cNvPr>
          <p:cNvSpPr>
            <a:spLocks noGrp="1"/>
          </p:cNvSpPr>
          <p:nvPr>
            <p:ph type="ctrTitle"/>
          </p:nvPr>
        </p:nvSpPr>
        <p:spPr>
          <a:xfrm>
            <a:off x="194872" y="492875"/>
            <a:ext cx="11802256" cy="2387600"/>
          </a:xfrm>
        </p:spPr>
        <p:txBody>
          <a:bodyPr>
            <a:noAutofit/>
          </a:bodyPr>
          <a:lstStyle/>
          <a:p>
            <a:r>
              <a:rPr lang="en-US" sz="4000" b="1" dirty="0">
                <a:solidFill>
                  <a:srgbClr val="002060"/>
                </a:solidFill>
                <a:latin typeface="Arial Nova" panose="020B0604020202020204" pitchFamily="34" charset="0"/>
                <a:cs typeface="Aparajita" panose="020B0502040204020203" pitchFamily="18" charset="0"/>
              </a:rPr>
              <a:t>A Framework for Aspatial and Spatial Residential Segregation Measures: The </a:t>
            </a:r>
            <a:br>
              <a:rPr lang="en-US" sz="4000" b="1" dirty="0">
                <a:solidFill>
                  <a:srgbClr val="002060"/>
                </a:solidFill>
                <a:latin typeface="Arial Nova" panose="020B0604020202020204" pitchFamily="34" charset="0"/>
                <a:cs typeface="Aparajita" panose="020B0502040204020203" pitchFamily="18" charset="0"/>
              </a:rPr>
            </a:br>
            <a:r>
              <a:rPr lang="en-US" sz="4000" b="1" dirty="0" err="1">
                <a:solidFill>
                  <a:srgbClr val="002060"/>
                </a:solidFill>
                <a:latin typeface="Arial Nova" panose="020B0604020202020204" pitchFamily="34" charset="0"/>
                <a:cs typeface="Aparajita" panose="020B0502040204020203" pitchFamily="18" charset="0"/>
              </a:rPr>
              <a:t>PySAL</a:t>
            </a:r>
            <a:r>
              <a:rPr lang="en-US" sz="4000" b="1" dirty="0">
                <a:solidFill>
                  <a:srgbClr val="002060"/>
                </a:solidFill>
                <a:latin typeface="Arial Nova" panose="020B0604020202020204" pitchFamily="34" charset="0"/>
                <a:cs typeface="Aparajita" panose="020B0502040204020203" pitchFamily="18" charset="0"/>
              </a:rPr>
              <a:t> </a:t>
            </a:r>
            <a:r>
              <a:rPr lang="en-US" sz="4000" b="1" dirty="0">
                <a:solidFill>
                  <a:srgbClr val="002060"/>
                </a:solidFill>
                <a:latin typeface="Courier New" panose="02070309020205020404" pitchFamily="49" charset="0"/>
                <a:cs typeface="Courier New" panose="02070309020205020404" pitchFamily="49" charset="0"/>
              </a:rPr>
              <a:t>segregation</a:t>
            </a:r>
            <a:r>
              <a:rPr lang="en-US" sz="4000" b="1" dirty="0">
                <a:solidFill>
                  <a:srgbClr val="002060"/>
                </a:solidFill>
                <a:latin typeface="Arial Nova" panose="020B0604020202020204" pitchFamily="34" charset="0"/>
                <a:cs typeface="Aparajita" panose="020B0502040204020203" pitchFamily="18" charset="0"/>
              </a:rPr>
              <a:t> Module with Evidence from Brazil</a:t>
            </a:r>
            <a:endParaRPr lang="pt-BR" sz="4000" b="1" dirty="0">
              <a:solidFill>
                <a:srgbClr val="002060"/>
              </a:solidFill>
              <a:latin typeface="Arial Nova" panose="020B0604020202020204" pitchFamily="34" charset="0"/>
              <a:cs typeface="Aparajita" panose="020B0502040204020203" pitchFamily="18" charset="0"/>
            </a:endParaRPr>
          </a:p>
        </p:txBody>
      </p:sp>
      <p:sp>
        <p:nvSpPr>
          <p:cNvPr id="3" name="Subtítulo 2">
            <a:extLst>
              <a:ext uri="{FF2B5EF4-FFF2-40B4-BE49-F238E27FC236}">
                <a16:creationId xmlns:a16="http://schemas.microsoft.com/office/drawing/2014/main" id="{E24682F1-DCA0-4D32-9C18-17426E59B203}"/>
              </a:ext>
            </a:extLst>
          </p:cNvPr>
          <p:cNvSpPr>
            <a:spLocks noGrp="1"/>
          </p:cNvSpPr>
          <p:nvPr>
            <p:ph type="subTitle" idx="1"/>
          </p:nvPr>
        </p:nvSpPr>
        <p:spPr>
          <a:xfrm>
            <a:off x="1658599" y="3149645"/>
            <a:ext cx="9144000" cy="1655762"/>
          </a:xfrm>
        </p:spPr>
        <p:txBody>
          <a:bodyPr/>
          <a:lstStyle/>
          <a:p>
            <a:r>
              <a:rPr lang="pt-BR" b="1" dirty="0">
                <a:solidFill>
                  <a:schemeClr val="accent5">
                    <a:lumMod val="50000"/>
                  </a:schemeClr>
                </a:solidFill>
              </a:rPr>
              <a:t>Prof. Renan Xavier Cortes</a:t>
            </a:r>
          </a:p>
        </p:txBody>
      </p:sp>
      <p:pic>
        <p:nvPicPr>
          <p:cNvPr id="6" name="Picture 2" descr="UFRGS na Serra | Visão de futuro e coragem para inovar">
            <a:extLst>
              <a:ext uri="{FF2B5EF4-FFF2-40B4-BE49-F238E27FC236}">
                <a16:creationId xmlns:a16="http://schemas.microsoft.com/office/drawing/2014/main" id="{4A7AADD9-77E1-D9FD-8C50-C80FC3FC39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F6889B0-5ADD-C328-CACF-DD27112D44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INAPE – 26º Simpósio Nacional de Probabilidade e Estatística">
            <a:extLst>
              <a:ext uri="{FF2B5EF4-FFF2-40B4-BE49-F238E27FC236}">
                <a16:creationId xmlns:a16="http://schemas.microsoft.com/office/drawing/2014/main" id="{E072603B-F6C5-40BC-B2C5-3D9D8C1B2E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4447" y="4649771"/>
            <a:ext cx="3243105" cy="1918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732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103819" y="140678"/>
            <a:ext cx="4992181" cy="646331"/>
          </a:xfrm>
          <a:prstGeom prst="rect">
            <a:avLst/>
          </a:prstGeom>
          <a:noFill/>
        </p:spPr>
        <p:txBody>
          <a:bodyPr wrap="square" rtlCol="0">
            <a:spAutoFit/>
          </a:bodyPr>
          <a:lstStyle/>
          <a:p>
            <a:r>
              <a:rPr lang="pt-BR" sz="3600" b="1" dirty="0" err="1">
                <a:solidFill>
                  <a:srgbClr val="002060"/>
                </a:solidFill>
                <a:latin typeface="Cambria" panose="02040503050406030204" pitchFamily="18" charset="0"/>
                <a:ea typeface="Cambria" panose="02040503050406030204" pitchFamily="18" charset="0"/>
              </a:rPr>
              <a:t>Segregation</a:t>
            </a:r>
            <a:r>
              <a:rPr lang="pt-BR" sz="3600" b="1" dirty="0">
                <a:solidFill>
                  <a:srgbClr val="002060"/>
                </a:solidFill>
                <a:latin typeface="Cambria" panose="02040503050406030204" pitchFamily="18" charset="0"/>
                <a:ea typeface="Cambria" panose="02040503050406030204" pitchFamily="18" charset="0"/>
              </a:rPr>
              <a:t> </a:t>
            </a:r>
            <a:r>
              <a:rPr lang="pt-BR" sz="3600" b="1" dirty="0" err="1">
                <a:solidFill>
                  <a:srgbClr val="002060"/>
                </a:solidFill>
                <a:latin typeface="Cambria" panose="02040503050406030204" pitchFamily="18" charset="0"/>
                <a:ea typeface="Cambria" panose="02040503050406030204" pitchFamily="18" charset="0"/>
              </a:rPr>
              <a:t>matters</a:t>
            </a:r>
            <a:endParaRPr lang="pt-BR" sz="3600" b="1" dirty="0">
              <a:solidFill>
                <a:srgbClr val="002060"/>
              </a:solidFill>
              <a:latin typeface="Cambria" panose="02040503050406030204" pitchFamily="18" charset="0"/>
              <a:ea typeface="Cambria" panose="02040503050406030204" pitchFamily="18" charset="0"/>
            </a:endParaRP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9D5B7EEA-4FBA-5971-44CC-1B7B2FCC10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0807" y="1154334"/>
            <a:ext cx="4515005" cy="30053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F792EFCE-7FEE-FF02-7A52-C166DDED6E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310" y="4277512"/>
            <a:ext cx="3475760" cy="258048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9BB43C93-7ECB-C6D4-A370-52512115E2A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25440" y="1154334"/>
            <a:ext cx="4894535" cy="3263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7191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103819" y="140678"/>
            <a:ext cx="7500535" cy="646331"/>
          </a:xfrm>
          <a:prstGeom prst="rect">
            <a:avLst/>
          </a:prstGeom>
          <a:noFill/>
        </p:spPr>
        <p:txBody>
          <a:bodyPr wrap="square" rtlCol="0">
            <a:spAutoFit/>
          </a:bodyPr>
          <a:lstStyle/>
          <a:p>
            <a:r>
              <a:rPr lang="pt-BR" sz="3600" b="1" dirty="0">
                <a:solidFill>
                  <a:srgbClr val="002060"/>
                </a:solidFill>
                <a:latin typeface="Cambria" panose="02040503050406030204" pitchFamily="18" charset="0"/>
                <a:ea typeface="Cambria" panose="02040503050406030204" pitchFamily="18" charset="0"/>
              </a:rPr>
              <a:t>Racial </a:t>
            </a:r>
            <a:r>
              <a:rPr lang="pt-BR" sz="3600" b="1" dirty="0" err="1">
                <a:solidFill>
                  <a:srgbClr val="002060"/>
                </a:solidFill>
                <a:latin typeface="Cambria" panose="02040503050406030204" pitchFamily="18" charset="0"/>
                <a:ea typeface="Cambria" panose="02040503050406030204" pitchFamily="18" charset="0"/>
              </a:rPr>
              <a:t>Segregation</a:t>
            </a:r>
            <a:r>
              <a:rPr lang="pt-BR" sz="3600" b="1" dirty="0">
                <a:solidFill>
                  <a:srgbClr val="002060"/>
                </a:solidFill>
                <a:latin typeface="Cambria" panose="02040503050406030204" pitchFamily="18" charset="0"/>
                <a:ea typeface="Cambria" panose="02040503050406030204" pitchFamily="18" charset="0"/>
              </a:rPr>
              <a:t> </a:t>
            </a:r>
            <a:r>
              <a:rPr lang="pt-BR" sz="3600" b="1" dirty="0" err="1">
                <a:solidFill>
                  <a:srgbClr val="002060"/>
                </a:solidFill>
                <a:latin typeface="Cambria" panose="02040503050406030204" pitchFamily="18" charset="0"/>
                <a:ea typeface="Cambria" panose="02040503050406030204" pitchFamily="18" charset="0"/>
              </a:rPr>
              <a:t>matters</a:t>
            </a:r>
            <a:endParaRPr lang="pt-BR" sz="3600" b="1" dirty="0">
              <a:solidFill>
                <a:srgbClr val="002060"/>
              </a:solidFill>
              <a:latin typeface="Cambria" panose="02040503050406030204" pitchFamily="18" charset="0"/>
              <a:ea typeface="Cambria" panose="02040503050406030204" pitchFamily="18" charset="0"/>
            </a:endParaRP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Tag Linha do tempo segregação racial - Ensinar História - Joelza Ester  Domingues">
            <a:extLst>
              <a:ext uri="{FF2B5EF4-FFF2-40B4-BE49-F238E27FC236}">
                <a16:creationId xmlns:a16="http://schemas.microsoft.com/office/drawing/2014/main" id="{E5443793-4CA4-53E4-2831-0920A47619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0944" y="1313513"/>
            <a:ext cx="5156375" cy="289871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E7F21CCF-EB09-52B0-5FAF-A848937EBB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726" y="1154334"/>
            <a:ext cx="4272360" cy="355510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Segregação Racial, o que é? Definição, história e segregação no Brasil">
            <a:extLst>
              <a:ext uri="{FF2B5EF4-FFF2-40B4-BE49-F238E27FC236}">
                <a16:creationId xmlns:a16="http://schemas.microsoft.com/office/drawing/2014/main" id="{07218079-F89C-E991-06DE-DC2D34E21F3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9758" y="4386653"/>
            <a:ext cx="3524596" cy="2471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5281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103819" y="140678"/>
            <a:ext cx="7500535" cy="646331"/>
          </a:xfrm>
          <a:prstGeom prst="rect">
            <a:avLst/>
          </a:prstGeom>
          <a:noFill/>
        </p:spPr>
        <p:txBody>
          <a:bodyPr wrap="square" rtlCol="0">
            <a:spAutoFit/>
          </a:bodyPr>
          <a:lstStyle/>
          <a:p>
            <a:r>
              <a:rPr lang="pt-BR" sz="3600" b="1" dirty="0" err="1">
                <a:solidFill>
                  <a:srgbClr val="002060"/>
                </a:solidFill>
                <a:latin typeface="Cambria" panose="02040503050406030204" pitchFamily="18" charset="0"/>
                <a:ea typeface="Cambria" panose="02040503050406030204" pitchFamily="18" charset="0"/>
              </a:rPr>
              <a:t>Residential</a:t>
            </a:r>
            <a:r>
              <a:rPr lang="pt-BR" sz="3600" b="1" dirty="0">
                <a:solidFill>
                  <a:srgbClr val="002060"/>
                </a:solidFill>
                <a:latin typeface="Cambria" panose="02040503050406030204" pitchFamily="18" charset="0"/>
                <a:ea typeface="Cambria" panose="02040503050406030204" pitchFamily="18" charset="0"/>
              </a:rPr>
              <a:t> </a:t>
            </a:r>
            <a:r>
              <a:rPr lang="pt-BR" sz="3600" b="1" dirty="0" err="1">
                <a:solidFill>
                  <a:srgbClr val="002060"/>
                </a:solidFill>
                <a:latin typeface="Cambria" panose="02040503050406030204" pitchFamily="18" charset="0"/>
                <a:ea typeface="Cambria" panose="02040503050406030204" pitchFamily="18" charset="0"/>
              </a:rPr>
              <a:t>Segregation</a:t>
            </a:r>
            <a:r>
              <a:rPr lang="pt-BR" sz="3600" b="1" dirty="0">
                <a:solidFill>
                  <a:srgbClr val="002060"/>
                </a:solidFill>
                <a:latin typeface="Cambria" panose="02040503050406030204" pitchFamily="18" charset="0"/>
                <a:ea typeface="Cambria" panose="02040503050406030204" pitchFamily="18" charset="0"/>
              </a:rPr>
              <a:t> in </a:t>
            </a:r>
            <a:r>
              <a:rPr lang="pt-BR" sz="3600" b="1" dirty="0" err="1">
                <a:solidFill>
                  <a:srgbClr val="002060"/>
                </a:solidFill>
                <a:latin typeface="Cambria" panose="02040503050406030204" pitchFamily="18" charset="0"/>
                <a:ea typeface="Cambria" panose="02040503050406030204" pitchFamily="18" charset="0"/>
              </a:rPr>
              <a:t>Brazil</a:t>
            </a:r>
            <a:endParaRPr lang="pt-BR" sz="3600" b="1" dirty="0">
              <a:solidFill>
                <a:srgbClr val="002060"/>
              </a:solidFill>
              <a:latin typeface="Cambria" panose="02040503050406030204" pitchFamily="18" charset="0"/>
              <a:ea typeface="Cambria" panose="02040503050406030204" pitchFamily="18" charset="0"/>
            </a:endParaRP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FE83AA58-6164-2FB1-28B1-9C9265344F39}"/>
              </a:ext>
            </a:extLst>
          </p:cNvPr>
          <p:cNvSpPr txBox="1"/>
          <p:nvPr/>
        </p:nvSpPr>
        <p:spPr>
          <a:xfrm>
            <a:off x="921667" y="1765558"/>
            <a:ext cx="10348666" cy="3785652"/>
          </a:xfrm>
          <a:prstGeom prst="rect">
            <a:avLst/>
          </a:prstGeom>
          <a:noFill/>
        </p:spPr>
        <p:txBody>
          <a:bodyPr wrap="square">
            <a:spAutoFit/>
          </a:bodyPr>
          <a:lstStyle/>
          <a:p>
            <a:pPr marL="285750" indent="-285750">
              <a:buFont typeface="Wingdings" panose="05000000000000000000" pitchFamily="2" charset="2"/>
              <a:buChar char="Ø"/>
            </a:pPr>
            <a:r>
              <a:rPr lang="en-US" sz="2400" b="1" dirty="0"/>
              <a:t>In 2022, 87% of Brazil's population lived in urban areas (IBGE, 2024).</a:t>
            </a:r>
          </a:p>
          <a:p>
            <a:pPr marL="285750" indent="-285750">
              <a:buFont typeface="Wingdings" panose="05000000000000000000" pitchFamily="2" charset="2"/>
              <a:buChar char="Ø"/>
            </a:pPr>
            <a:endParaRPr lang="en-US" sz="2400" b="1" dirty="0"/>
          </a:p>
          <a:p>
            <a:pPr marL="285750" indent="-285750">
              <a:buFont typeface="Wingdings" panose="05000000000000000000" pitchFamily="2" charset="2"/>
              <a:buChar char="Ø"/>
            </a:pPr>
            <a:r>
              <a:rPr lang="en-US" sz="2400" b="1" dirty="0"/>
              <a:t>Brazilian cities with higher levels of income inequality tend to be more segregated. For example, nine of the ten most segregated cities in Brazil are located in the Northeast—the region with the highest levels of poverty and income inequality (Sousa Filho et al., 2022).</a:t>
            </a:r>
          </a:p>
          <a:p>
            <a:pPr marL="285750" indent="-285750">
              <a:buFont typeface="Wingdings" panose="05000000000000000000" pitchFamily="2" charset="2"/>
              <a:buChar char="Ø"/>
            </a:pPr>
            <a:endParaRPr lang="en-US" sz="2400" b="1" dirty="0"/>
          </a:p>
          <a:p>
            <a:pPr marL="285750" indent="-285750">
              <a:buFont typeface="Wingdings" panose="05000000000000000000" pitchFamily="2" charset="2"/>
              <a:buChar char="Ø"/>
            </a:pPr>
            <a:r>
              <a:rPr lang="en-US" sz="2400" b="1" dirty="0"/>
              <a:t>Racial segregation in Brazil is more pronounced in cities in the South and Southeast, primarily affecting the self-identified Black population (Souza Filho et al., 2023).</a:t>
            </a:r>
          </a:p>
        </p:txBody>
      </p:sp>
    </p:spTree>
    <p:extLst>
      <p:ext uri="{BB962C8B-B14F-4D97-AF65-F5344CB8AC3E}">
        <p14:creationId xmlns:p14="http://schemas.microsoft.com/office/powerpoint/2010/main" val="1320409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103819" y="140678"/>
            <a:ext cx="7500535" cy="646331"/>
          </a:xfrm>
          <a:prstGeom prst="rect">
            <a:avLst/>
          </a:prstGeom>
          <a:noFill/>
        </p:spPr>
        <p:txBody>
          <a:bodyPr wrap="square" rtlCol="0">
            <a:spAutoFit/>
          </a:bodyPr>
          <a:lstStyle/>
          <a:p>
            <a:r>
              <a:rPr lang="pt-BR" sz="3600" b="1" dirty="0" err="1">
                <a:solidFill>
                  <a:srgbClr val="002060"/>
                </a:solidFill>
                <a:latin typeface="Cambria" panose="02040503050406030204" pitchFamily="18" charset="0"/>
                <a:ea typeface="Cambria" panose="02040503050406030204" pitchFamily="18" charset="0"/>
              </a:rPr>
              <a:t>Residential</a:t>
            </a:r>
            <a:r>
              <a:rPr lang="pt-BR" sz="3600" b="1" dirty="0">
                <a:solidFill>
                  <a:srgbClr val="002060"/>
                </a:solidFill>
                <a:latin typeface="Cambria" panose="02040503050406030204" pitchFamily="18" charset="0"/>
                <a:ea typeface="Cambria" panose="02040503050406030204" pitchFamily="18" charset="0"/>
              </a:rPr>
              <a:t> </a:t>
            </a:r>
            <a:r>
              <a:rPr lang="pt-BR" sz="3600" b="1" dirty="0" err="1">
                <a:solidFill>
                  <a:srgbClr val="002060"/>
                </a:solidFill>
                <a:latin typeface="Cambria" panose="02040503050406030204" pitchFamily="18" charset="0"/>
                <a:ea typeface="Cambria" panose="02040503050406030204" pitchFamily="18" charset="0"/>
              </a:rPr>
              <a:t>Segregation</a:t>
            </a:r>
            <a:r>
              <a:rPr lang="pt-BR" sz="3600" b="1" dirty="0">
                <a:solidFill>
                  <a:srgbClr val="002060"/>
                </a:solidFill>
                <a:latin typeface="Cambria" panose="02040503050406030204" pitchFamily="18" charset="0"/>
                <a:ea typeface="Cambria" panose="02040503050406030204" pitchFamily="18" charset="0"/>
              </a:rPr>
              <a:t> in </a:t>
            </a:r>
            <a:r>
              <a:rPr lang="pt-BR" sz="3600" b="1" dirty="0" err="1">
                <a:solidFill>
                  <a:srgbClr val="002060"/>
                </a:solidFill>
                <a:latin typeface="Cambria" panose="02040503050406030204" pitchFamily="18" charset="0"/>
                <a:ea typeface="Cambria" panose="02040503050406030204" pitchFamily="18" charset="0"/>
              </a:rPr>
              <a:t>Brazil</a:t>
            </a:r>
            <a:endParaRPr lang="pt-BR" sz="3600" b="1" dirty="0">
              <a:solidFill>
                <a:srgbClr val="002060"/>
              </a:solidFill>
              <a:latin typeface="Cambria" panose="02040503050406030204" pitchFamily="18" charset="0"/>
              <a:ea typeface="Cambria" panose="02040503050406030204" pitchFamily="18" charset="0"/>
            </a:endParaRP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FE83AA58-6164-2FB1-28B1-9C9265344F39}"/>
              </a:ext>
            </a:extLst>
          </p:cNvPr>
          <p:cNvSpPr txBox="1"/>
          <p:nvPr/>
        </p:nvSpPr>
        <p:spPr>
          <a:xfrm>
            <a:off x="921667" y="1950224"/>
            <a:ext cx="10348666" cy="3416320"/>
          </a:xfrm>
          <a:prstGeom prst="rect">
            <a:avLst/>
          </a:prstGeom>
          <a:noFill/>
        </p:spPr>
        <p:txBody>
          <a:bodyPr wrap="square">
            <a:spAutoFit/>
          </a:bodyPr>
          <a:lstStyle/>
          <a:p>
            <a:pPr marL="285750" indent="-285750">
              <a:buFont typeface="Wingdings" panose="05000000000000000000" pitchFamily="2" charset="2"/>
              <a:buChar char="Ø"/>
            </a:pPr>
            <a:r>
              <a:rPr lang="en-US" sz="2400" b="1" dirty="0"/>
              <a:t>According to Barros (2024), the literature tends to focus on different dimensions of residential segregation across regions:</a:t>
            </a:r>
          </a:p>
          <a:p>
            <a:pPr marL="285750" indent="-285750">
              <a:buFont typeface="Wingdings" panose="05000000000000000000" pitchFamily="2" charset="2"/>
              <a:buChar char="Ø"/>
            </a:pPr>
            <a:endParaRPr lang="en-US" sz="2400" b="1" dirty="0"/>
          </a:p>
          <a:p>
            <a:pPr marL="742950" lvl="1" indent="-285750">
              <a:buFont typeface="Wingdings" panose="05000000000000000000" pitchFamily="2" charset="2"/>
              <a:buChar char="Ø"/>
            </a:pPr>
            <a:r>
              <a:rPr lang="en-US" sz="2400" b="1" dirty="0"/>
              <a:t>Brazil (and Latin America): income-based segregation</a:t>
            </a:r>
          </a:p>
          <a:p>
            <a:pPr marL="742950" lvl="1" indent="-285750">
              <a:buFont typeface="Wingdings" panose="05000000000000000000" pitchFamily="2" charset="2"/>
              <a:buChar char="Ø"/>
            </a:pPr>
            <a:endParaRPr lang="en-US" sz="2400" b="1" dirty="0"/>
          </a:p>
          <a:p>
            <a:pPr marL="742950" lvl="1" indent="-285750">
              <a:buFont typeface="Wingdings" panose="05000000000000000000" pitchFamily="2" charset="2"/>
              <a:buChar char="Ø"/>
            </a:pPr>
            <a:r>
              <a:rPr lang="en-US" sz="2400" b="1" dirty="0"/>
              <a:t>United States: racial segregation</a:t>
            </a:r>
          </a:p>
          <a:p>
            <a:pPr marL="742950" lvl="1" indent="-285750">
              <a:buFont typeface="Wingdings" panose="05000000000000000000" pitchFamily="2" charset="2"/>
              <a:buChar char="Ø"/>
            </a:pPr>
            <a:endParaRPr lang="en-US" sz="2400" b="1" dirty="0"/>
          </a:p>
          <a:p>
            <a:pPr marL="742950" lvl="1" indent="-285750">
              <a:buFont typeface="Wingdings" panose="05000000000000000000" pitchFamily="2" charset="2"/>
              <a:buChar char="Ø"/>
            </a:pPr>
            <a:r>
              <a:rPr lang="en-US" sz="2400" b="1" dirty="0"/>
              <a:t>Europe: ethnic segregation, particularly the spatial concentration and settlement patterns of immigrant groups</a:t>
            </a:r>
          </a:p>
        </p:txBody>
      </p:sp>
    </p:spTree>
    <p:extLst>
      <p:ext uri="{BB962C8B-B14F-4D97-AF65-F5344CB8AC3E}">
        <p14:creationId xmlns:p14="http://schemas.microsoft.com/office/powerpoint/2010/main" val="1809434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103819" y="140678"/>
            <a:ext cx="7500535" cy="646331"/>
          </a:xfrm>
          <a:prstGeom prst="rect">
            <a:avLst/>
          </a:prstGeom>
          <a:noFill/>
        </p:spPr>
        <p:txBody>
          <a:bodyPr wrap="square" rtlCol="0">
            <a:spAutoFit/>
          </a:bodyPr>
          <a:lstStyle/>
          <a:p>
            <a:r>
              <a:rPr lang="pt-BR" sz="3600" b="1" dirty="0" err="1">
                <a:solidFill>
                  <a:srgbClr val="002060"/>
                </a:solidFill>
                <a:latin typeface="Cambria" panose="02040503050406030204" pitchFamily="18" charset="0"/>
                <a:ea typeface="Cambria" panose="02040503050406030204" pitchFamily="18" charset="0"/>
              </a:rPr>
              <a:t>Dimensions</a:t>
            </a:r>
            <a:r>
              <a:rPr lang="pt-BR" sz="3600" b="1" dirty="0">
                <a:solidFill>
                  <a:srgbClr val="002060"/>
                </a:solidFill>
                <a:latin typeface="Cambria" panose="02040503050406030204" pitchFamily="18" charset="0"/>
                <a:ea typeface="Cambria" panose="02040503050406030204" pitchFamily="18" charset="0"/>
              </a:rPr>
              <a:t> </a:t>
            </a:r>
            <a:r>
              <a:rPr lang="pt-BR" sz="3600" b="1" dirty="0" err="1">
                <a:solidFill>
                  <a:srgbClr val="002060"/>
                </a:solidFill>
                <a:latin typeface="Cambria" panose="02040503050406030204" pitchFamily="18" charset="0"/>
                <a:ea typeface="Cambria" panose="02040503050406030204" pitchFamily="18" charset="0"/>
              </a:rPr>
              <a:t>of</a:t>
            </a:r>
            <a:r>
              <a:rPr lang="pt-BR" sz="3600" b="1" dirty="0">
                <a:solidFill>
                  <a:srgbClr val="002060"/>
                </a:solidFill>
                <a:latin typeface="Cambria" panose="02040503050406030204" pitchFamily="18" charset="0"/>
                <a:ea typeface="Cambria" panose="02040503050406030204" pitchFamily="18" charset="0"/>
              </a:rPr>
              <a:t> </a:t>
            </a:r>
            <a:r>
              <a:rPr lang="pt-BR" sz="3600" b="1" dirty="0" err="1">
                <a:solidFill>
                  <a:srgbClr val="002060"/>
                </a:solidFill>
                <a:latin typeface="Cambria" panose="02040503050406030204" pitchFamily="18" charset="0"/>
                <a:ea typeface="Cambria" panose="02040503050406030204" pitchFamily="18" charset="0"/>
              </a:rPr>
              <a:t>Segregation</a:t>
            </a:r>
            <a:endParaRPr lang="pt-BR" sz="3600" b="1" dirty="0">
              <a:solidFill>
                <a:srgbClr val="002060"/>
              </a:solidFill>
              <a:latin typeface="Cambria" panose="02040503050406030204" pitchFamily="18" charset="0"/>
              <a:ea typeface="Cambria" panose="02040503050406030204" pitchFamily="18" charset="0"/>
            </a:endParaRP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sp>
        <p:nvSpPr>
          <p:cNvPr id="4" name="Elipse 3">
            <a:extLst>
              <a:ext uri="{FF2B5EF4-FFF2-40B4-BE49-F238E27FC236}">
                <a16:creationId xmlns:a16="http://schemas.microsoft.com/office/drawing/2014/main" id="{21D82BED-8320-C545-BE1D-1E8D91773FC1}"/>
              </a:ext>
            </a:extLst>
          </p:cNvPr>
          <p:cNvSpPr/>
          <p:nvPr/>
        </p:nvSpPr>
        <p:spPr>
          <a:xfrm>
            <a:off x="4234721" y="3024265"/>
            <a:ext cx="3722557" cy="1443588"/>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600" b="1" dirty="0" err="1">
                <a:solidFill>
                  <a:schemeClr val="tx1"/>
                </a:solidFill>
              </a:rPr>
              <a:t>Segregation</a:t>
            </a:r>
            <a:endParaRPr lang="pt-BR" sz="3600" b="1" dirty="0">
              <a:solidFill>
                <a:schemeClr val="tx1"/>
              </a:solidFill>
            </a:endParaRPr>
          </a:p>
        </p:txBody>
      </p:sp>
      <p:sp>
        <p:nvSpPr>
          <p:cNvPr id="5" name="CaixaDeTexto 4">
            <a:extLst>
              <a:ext uri="{FF2B5EF4-FFF2-40B4-BE49-F238E27FC236}">
                <a16:creationId xmlns:a16="http://schemas.microsoft.com/office/drawing/2014/main" id="{85E039A4-6C32-70DC-25A5-72DF2282B772}"/>
              </a:ext>
            </a:extLst>
          </p:cNvPr>
          <p:cNvSpPr txBox="1"/>
          <p:nvPr/>
        </p:nvSpPr>
        <p:spPr>
          <a:xfrm>
            <a:off x="1543987" y="1756686"/>
            <a:ext cx="2338465" cy="646331"/>
          </a:xfrm>
          <a:prstGeom prst="rect">
            <a:avLst/>
          </a:prstGeom>
          <a:solidFill>
            <a:srgbClr val="FFC000"/>
          </a:solidFill>
          <a:ln>
            <a:solidFill>
              <a:schemeClr val="tx1"/>
            </a:solidFill>
          </a:ln>
        </p:spPr>
        <p:txBody>
          <a:bodyPr wrap="square" rtlCol="0">
            <a:spAutoFit/>
          </a:bodyPr>
          <a:lstStyle/>
          <a:p>
            <a:pPr algn="ctr"/>
            <a:r>
              <a:rPr lang="pt-BR" sz="3600" b="1" dirty="0" err="1"/>
              <a:t>Isolation</a:t>
            </a:r>
            <a:endParaRPr lang="pt-BR" sz="3600" b="1" dirty="0"/>
          </a:p>
        </p:txBody>
      </p:sp>
      <p:sp>
        <p:nvSpPr>
          <p:cNvPr id="6" name="Seta: para a Direita 5">
            <a:extLst>
              <a:ext uri="{FF2B5EF4-FFF2-40B4-BE49-F238E27FC236}">
                <a16:creationId xmlns:a16="http://schemas.microsoft.com/office/drawing/2014/main" id="{B892EE26-0CA2-5C09-36AC-B532D67CEDAF}"/>
              </a:ext>
            </a:extLst>
          </p:cNvPr>
          <p:cNvSpPr/>
          <p:nvPr/>
        </p:nvSpPr>
        <p:spPr>
          <a:xfrm rot="2371195">
            <a:off x="3850268" y="2524922"/>
            <a:ext cx="880269" cy="7045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CaixaDeTexto 8">
            <a:extLst>
              <a:ext uri="{FF2B5EF4-FFF2-40B4-BE49-F238E27FC236}">
                <a16:creationId xmlns:a16="http://schemas.microsoft.com/office/drawing/2014/main" id="{3616F127-7CF9-250F-9CC2-6421B11A7535}"/>
              </a:ext>
            </a:extLst>
          </p:cNvPr>
          <p:cNvSpPr txBox="1"/>
          <p:nvPr/>
        </p:nvSpPr>
        <p:spPr>
          <a:xfrm>
            <a:off x="4999453" y="1269976"/>
            <a:ext cx="2338465" cy="646331"/>
          </a:xfrm>
          <a:prstGeom prst="rect">
            <a:avLst/>
          </a:prstGeom>
          <a:solidFill>
            <a:srgbClr val="FFC000"/>
          </a:solidFill>
          <a:ln>
            <a:solidFill>
              <a:schemeClr val="tx1"/>
            </a:solidFill>
          </a:ln>
        </p:spPr>
        <p:txBody>
          <a:bodyPr wrap="square" rtlCol="0">
            <a:spAutoFit/>
          </a:bodyPr>
          <a:lstStyle/>
          <a:p>
            <a:pPr algn="ctr"/>
            <a:r>
              <a:rPr lang="pt-BR" sz="3600" b="1" dirty="0" err="1"/>
              <a:t>Evenness</a:t>
            </a:r>
            <a:endParaRPr lang="pt-BR" sz="3600" b="1" dirty="0"/>
          </a:p>
        </p:txBody>
      </p:sp>
      <p:sp>
        <p:nvSpPr>
          <p:cNvPr id="10" name="Seta: para a Direita 9">
            <a:extLst>
              <a:ext uri="{FF2B5EF4-FFF2-40B4-BE49-F238E27FC236}">
                <a16:creationId xmlns:a16="http://schemas.microsoft.com/office/drawing/2014/main" id="{2E284EFD-83DE-19D8-3D0D-D0E45E6B2E36}"/>
              </a:ext>
            </a:extLst>
          </p:cNvPr>
          <p:cNvSpPr/>
          <p:nvPr/>
        </p:nvSpPr>
        <p:spPr>
          <a:xfrm rot="5400000">
            <a:off x="5728550" y="2166501"/>
            <a:ext cx="880269" cy="7045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CaixaDeTexto 10">
            <a:extLst>
              <a:ext uri="{FF2B5EF4-FFF2-40B4-BE49-F238E27FC236}">
                <a16:creationId xmlns:a16="http://schemas.microsoft.com/office/drawing/2014/main" id="{1B6C3B45-E5FF-3683-9D01-713303640183}"/>
              </a:ext>
            </a:extLst>
          </p:cNvPr>
          <p:cNvSpPr txBox="1"/>
          <p:nvPr/>
        </p:nvSpPr>
        <p:spPr>
          <a:xfrm>
            <a:off x="8589747" y="1546456"/>
            <a:ext cx="2983043" cy="646331"/>
          </a:xfrm>
          <a:prstGeom prst="rect">
            <a:avLst/>
          </a:prstGeom>
          <a:solidFill>
            <a:srgbClr val="FFC000"/>
          </a:solidFill>
          <a:ln>
            <a:solidFill>
              <a:schemeClr val="tx1"/>
            </a:solidFill>
          </a:ln>
        </p:spPr>
        <p:txBody>
          <a:bodyPr wrap="square" rtlCol="0">
            <a:spAutoFit/>
          </a:bodyPr>
          <a:lstStyle/>
          <a:p>
            <a:pPr algn="ctr"/>
            <a:r>
              <a:rPr lang="pt-BR" sz="3600" b="1" dirty="0" err="1"/>
              <a:t>Centralization</a:t>
            </a:r>
            <a:endParaRPr lang="pt-BR" sz="3600" b="1" dirty="0"/>
          </a:p>
        </p:txBody>
      </p:sp>
      <p:sp>
        <p:nvSpPr>
          <p:cNvPr id="12" name="Seta: para a Direita 11">
            <a:extLst>
              <a:ext uri="{FF2B5EF4-FFF2-40B4-BE49-F238E27FC236}">
                <a16:creationId xmlns:a16="http://schemas.microsoft.com/office/drawing/2014/main" id="{FB7D6D3F-9A8B-A5EE-4330-3652C93CFDA6}"/>
              </a:ext>
            </a:extLst>
          </p:cNvPr>
          <p:cNvSpPr/>
          <p:nvPr/>
        </p:nvSpPr>
        <p:spPr>
          <a:xfrm rot="7814717">
            <a:off x="7596381" y="2524922"/>
            <a:ext cx="880269" cy="7045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CaixaDeTexto 12">
            <a:extLst>
              <a:ext uri="{FF2B5EF4-FFF2-40B4-BE49-F238E27FC236}">
                <a16:creationId xmlns:a16="http://schemas.microsoft.com/office/drawing/2014/main" id="{11000196-6D56-4681-3D0D-157AF16A746D}"/>
              </a:ext>
            </a:extLst>
          </p:cNvPr>
          <p:cNvSpPr txBox="1"/>
          <p:nvPr/>
        </p:nvSpPr>
        <p:spPr>
          <a:xfrm>
            <a:off x="1960367" y="5418248"/>
            <a:ext cx="2338465" cy="646331"/>
          </a:xfrm>
          <a:prstGeom prst="rect">
            <a:avLst/>
          </a:prstGeom>
          <a:solidFill>
            <a:srgbClr val="FFC000"/>
          </a:solidFill>
          <a:ln>
            <a:solidFill>
              <a:schemeClr val="tx1"/>
            </a:solidFill>
          </a:ln>
        </p:spPr>
        <p:txBody>
          <a:bodyPr wrap="square" rtlCol="0">
            <a:spAutoFit/>
          </a:bodyPr>
          <a:lstStyle/>
          <a:p>
            <a:pPr algn="ctr"/>
            <a:r>
              <a:rPr lang="pt-BR" sz="3600" b="1" dirty="0" err="1"/>
              <a:t>Clustering</a:t>
            </a:r>
            <a:endParaRPr lang="pt-BR" sz="3600" b="1" dirty="0"/>
          </a:p>
        </p:txBody>
      </p:sp>
      <p:sp>
        <p:nvSpPr>
          <p:cNvPr id="14" name="Seta: para a Direita 13">
            <a:extLst>
              <a:ext uri="{FF2B5EF4-FFF2-40B4-BE49-F238E27FC236}">
                <a16:creationId xmlns:a16="http://schemas.microsoft.com/office/drawing/2014/main" id="{CF61FA98-AC95-EB87-E0D0-486E36A93F04}"/>
              </a:ext>
            </a:extLst>
          </p:cNvPr>
          <p:cNvSpPr/>
          <p:nvPr/>
        </p:nvSpPr>
        <p:spPr>
          <a:xfrm rot="18561152">
            <a:off x="4059920" y="4438907"/>
            <a:ext cx="880269" cy="7045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2AA83375-D6A2-FA09-8755-6C91ABB0339E}"/>
              </a:ext>
            </a:extLst>
          </p:cNvPr>
          <p:cNvSpPr txBox="1"/>
          <p:nvPr/>
        </p:nvSpPr>
        <p:spPr>
          <a:xfrm>
            <a:off x="7483284" y="5418249"/>
            <a:ext cx="3149597" cy="646331"/>
          </a:xfrm>
          <a:prstGeom prst="rect">
            <a:avLst/>
          </a:prstGeom>
          <a:solidFill>
            <a:srgbClr val="FFC000"/>
          </a:solidFill>
          <a:ln>
            <a:solidFill>
              <a:schemeClr val="tx1"/>
            </a:solidFill>
          </a:ln>
        </p:spPr>
        <p:txBody>
          <a:bodyPr wrap="square" rtlCol="0">
            <a:spAutoFit/>
          </a:bodyPr>
          <a:lstStyle/>
          <a:p>
            <a:pPr algn="ctr"/>
            <a:r>
              <a:rPr lang="pt-BR" sz="3600" b="1" dirty="0" err="1"/>
              <a:t>Concentration</a:t>
            </a:r>
            <a:endParaRPr lang="pt-BR" sz="3600" b="1" dirty="0"/>
          </a:p>
        </p:txBody>
      </p:sp>
      <p:sp>
        <p:nvSpPr>
          <p:cNvPr id="16" name="Seta: para a Direita 15">
            <a:extLst>
              <a:ext uri="{FF2B5EF4-FFF2-40B4-BE49-F238E27FC236}">
                <a16:creationId xmlns:a16="http://schemas.microsoft.com/office/drawing/2014/main" id="{F77262A5-F44F-2BCC-AB35-78A9DE233C59}"/>
              </a:ext>
            </a:extLst>
          </p:cNvPr>
          <p:cNvSpPr/>
          <p:nvPr/>
        </p:nvSpPr>
        <p:spPr>
          <a:xfrm rot="13795384">
            <a:off x="7208034" y="4443626"/>
            <a:ext cx="880269" cy="7045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CaixaDeTexto 16">
            <a:extLst>
              <a:ext uri="{FF2B5EF4-FFF2-40B4-BE49-F238E27FC236}">
                <a16:creationId xmlns:a16="http://schemas.microsoft.com/office/drawing/2014/main" id="{E5B0E5C5-B3C9-E030-FF4B-4BF2139E66A8}"/>
              </a:ext>
            </a:extLst>
          </p:cNvPr>
          <p:cNvSpPr txBox="1"/>
          <p:nvPr/>
        </p:nvSpPr>
        <p:spPr>
          <a:xfrm>
            <a:off x="8919614" y="3021885"/>
            <a:ext cx="2514708" cy="1384995"/>
          </a:xfrm>
          <a:prstGeom prst="rect">
            <a:avLst/>
          </a:prstGeom>
          <a:solidFill>
            <a:schemeClr val="accent1">
              <a:lumMod val="40000"/>
              <a:lumOff val="60000"/>
            </a:schemeClr>
          </a:solidFill>
          <a:ln>
            <a:solidFill>
              <a:schemeClr val="tx1"/>
            </a:solidFill>
          </a:ln>
        </p:spPr>
        <p:txBody>
          <a:bodyPr wrap="square" rtlCol="0">
            <a:spAutoFit/>
          </a:bodyPr>
          <a:lstStyle/>
          <a:p>
            <a:pPr algn="ctr"/>
            <a:r>
              <a:rPr lang="pt-BR" sz="2800" b="1" dirty="0"/>
              <a:t>Indexes </a:t>
            </a:r>
            <a:r>
              <a:rPr lang="pt-BR" sz="2800" b="1" dirty="0" err="1"/>
              <a:t>can</a:t>
            </a:r>
            <a:r>
              <a:rPr lang="pt-BR" sz="2800" b="1" dirty="0"/>
              <a:t> </a:t>
            </a:r>
            <a:r>
              <a:rPr lang="pt-BR" sz="2800" b="1" dirty="0" err="1"/>
              <a:t>be</a:t>
            </a:r>
            <a:r>
              <a:rPr lang="pt-BR" sz="2800" b="1" dirty="0"/>
              <a:t> </a:t>
            </a:r>
            <a:r>
              <a:rPr lang="pt-BR" sz="2800" b="1" dirty="0" err="1"/>
              <a:t>Aspatial</a:t>
            </a:r>
            <a:r>
              <a:rPr lang="pt-BR" sz="2800" b="1" dirty="0"/>
              <a:t> </a:t>
            </a:r>
            <a:r>
              <a:rPr lang="pt-BR" sz="2800" b="1" dirty="0" err="1"/>
              <a:t>or</a:t>
            </a:r>
            <a:r>
              <a:rPr lang="pt-BR" sz="2800" b="1" dirty="0"/>
              <a:t> </a:t>
            </a:r>
            <a:r>
              <a:rPr lang="pt-BR" sz="2800" b="1" dirty="0" err="1"/>
              <a:t>Spatial</a:t>
            </a:r>
            <a:r>
              <a:rPr lang="pt-BR" sz="2800" b="1" dirty="0"/>
              <a:t> </a:t>
            </a:r>
          </a:p>
        </p:txBody>
      </p:sp>
    </p:spTree>
    <p:extLst>
      <p:ext uri="{BB962C8B-B14F-4D97-AF65-F5344CB8AC3E}">
        <p14:creationId xmlns:p14="http://schemas.microsoft.com/office/powerpoint/2010/main" val="232071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1000" fill="hold"/>
                                        <p:tgtEl>
                                          <p:spTgt spid="1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1000"/>
                                        <p:tgtEl>
                                          <p:spTgt spid="12"/>
                                        </p:tgtEl>
                                      </p:cBhvr>
                                    </p:animEffect>
                                    <p:anim calcmode="lin" valueType="num">
                                      <p:cBhvr>
                                        <p:cTn id="33" dur="1000" fill="hold"/>
                                        <p:tgtEl>
                                          <p:spTgt spid="12"/>
                                        </p:tgtEl>
                                        <p:attrNameLst>
                                          <p:attrName>ppt_x</p:attrName>
                                        </p:attrNameLst>
                                      </p:cBhvr>
                                      <p:tavLst>
                                        <p:tav tm="0">
                                          <p:val>
                                            <p:strVal val="#ppt_x"/>
                                          </p:val>
                                        </p:tav>
                                        <p:tav tm="100000">
                                          <p:val>
                                            <p:strVal val="#ppt_x"/>
                                          </p:val>
                                        </p:tav>
                                      </p:tavLst>
                                    </p:anim>
                                    <p:anim calcmode="lin" valueType="num">
                                      <p:cBhvr>
                                        <p:cTn id="34" dur="1000" fill="hold"/>
                                        <p:tgtEl>
                                          <p:spTgt spid="1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1000"/>
                                        <p:tgtEl>
                                          <p:spTgt spid="14"/>
                                        </p:tgtEl>
                                      </p:cBhvr>
                                    </p:animEffect>
                                    <p:anim calcmode="lin" valueType="num">
                                      <p:cBhvr>
                                        <p:cTn id="38" dur="1000" fill="hold"/>
                                        <p:tgtEl>
                                          <p:spTgt spid="14"/>
                                        </p:tgtEl>
                                        <p:attrNameLst>
                                          <p:attrName>ppt_x</p:attrName>
                                        </p:attrNameLst>
                                      </p:cBhvr>
                                      <p:tavLst>
                                        <p:tav tm="0">
                                          <p:val>
                                            <p:strVal val="#ppt_x"/>
                                          </p:val>
                                        </p:tav>
                                        <p:tav tm="100000">
                                          <p:val>
                                            <p:strVal val="#ppt_x"/>
                                          </p:val>
                                        </p:tav>
                                      </p:tavLst>
                                    </p:anim>
                                    <p:anim calcmode="lin" valueType="num">
                                      <p:cBhvr>
                                        <p:cTn id="39" dur="1000" fill="hold"/>
                                        <p:tgtEl>
                                          <p:spTgt spid="1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1000"/>
                                        <p:tgtEl>
                                          <p:spTgt spid="13"/>
                                        </p:tgtEl>
                                      </p:cBhvr>
                                    </p:animEffect>
                                    <p:anim calcmode="lin" valueType="num">
                                      <p:cBhvr>
                                        <p:cTn id="43" dur="1000" fill="hold"/>
                                        <p:tgtEl>
                                          <p:spTgt spid="13"/>
                                        </p:tgtEl>
                                        <p:attrNameLst>
                                          <p:attrName>ppt_x</p:attrName>
                                        </p:attrNameLst>
                                      </p:cBhvr>
                                      <p:tavLst>
                                        <p:tav tm="0">
                                          <p:val>
                                            <p:strVal val="#ppt_x"/>
                                          </p:val>
                                        </p:tav>
                                        <p:tav tm="100000">
                                          <p:val>
                                            <p:strVal val="#ppt_x"/>
                                          </p:val>
                                        </p:tav>
                                      </p:tavLst>
                                    </p:anim>
                                    <p:anim calcmode="lin" valueType="num">
                                      <p:cBhvr>
                                        <p:cTn id="44" dur="1000" fill="hold"/>
                                        <p:tgtEl>
                                          <p:spTgt spid="13"/>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1000"/>
                                        <p:tgtEl>
                                          <p:spTgt spid="16"/>
                                        </p:tgtEl>
                                      </p:cBhvr>
                                    </p:animEffect>
                                    <p:anim calcmode="lin" valueType="num">
                                      <p:cBhvr>
                                        <p:cTn id="48" dur="1000" fill="hold"/>
                                        <p:tgtEl>
                                          <p:spTgt spid="16"/>
                                        </p:tgtEl>
                                        <p:attrNameLst>
                                          <p:attrName>ppt_x</p:attrName>
                                        </p:attrNameLst>
                                      </p:cBhvr>
                                      <p:tavLst>
                                        <p:tav tm="0">
                                          <p:val>
                                            <p:strVal val="#ppt_x"/>
                                          </p:val>
                                        </p:tav>
                                        <p:tav tm="100000">
                                          <p:val>
                                            <p:strVal val="#ppt_x"/>
                                          </p:val>
                                        </p:tav>
                                      </p:tavLst>
                                    </p:anim>
                                    <p:anim calcmode="lin" valueType="num">
                                      <p:cBhvr>
                                        <p:cTn id="49" dur="1000" fill="hold"/>
                                        <p:tgtEl>
                                          <p:spTgt spid="16"/>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1000"/>
                                        <p:tgtEl>
                                          <p:spTgt spid="15"/>
                                        </p:tgtEl>
                                      </p:cBhvr>
                                    </p:animEffect>
                                    <p:anim calcmode="lin" valueType="num">
                                      <p:cBhvr>
                                        <p:cTn id="53" dur="1000" fill="hold"/>
                                        <p:tgtEl>
                                          <p:spTgt spid="15"/>
                                        </p:tgtEl>
                                        <p:attrNameLst>
                                          <p:attrName>ppt_x</p:attrName>
                                        </p:attrNameLst>
                                      </p:cBhvr>
                                      <p:tavLst>
                                        <p:tav tm="0">
                                          <p:val>
                                            <p:strVal val="#ppt_x"/>
                                          </p:val>
                                        </p:tav>
                                        <p:tav tm="100000">
                                          <p:val>
                                            <p:strVal val="#ppt_x"/>
                                          </p:val>
                                        </p:tav>
                                      </p:tavLst>
                                    </p:anim>
                                    <p:anim calcmode="lin" valueType="num">
                                      <p:cBhvr>
                                        <p:cTn id="5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1000"/>
                                        <p:tgtEl>
                                          <p:spTgt spid="17"/>
                                        </p:tgtEl>
                                      </p:cBhvr>
                                    </p:animEffect>
                                    <p:anim calcmode="lin" valueType="num">
                                      <p:cBhvr>
                                        <p:cTn id="60" dur="1000" fill="hold"/>
                                        <p:tgtEl>
                                          <p:spTgt spid="17"/>
                                        </p:tgtEl>
                                        <p:attrNameLst>
                                          <p:attrName>ppt_x</p:attrName>
                                        </p:attrNameLst>
                                      </p:cBhvr>
                                      <p:tavLst>
                                        <p:tav tm="0">
                                          <p:val>
                                            <p:strVal val="#ppt_x"/>
                                          </p:val>
                                        </p:tav>
                                        <p:tav tm="100000">
                                          <p:val>
                                            <p:strVal val="#ppt_x"/>
                                          </p:val>
                                        </p:tav>
                                      </p:tavLst>
                                    </p:anim>
                                    <p:anim calcmode="lin" valueType="num">
                                      <p:cBhvr>
                                        <p:cTn id="6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539646" y="140678"/>
            <a:ext cx="11332565" cy="584775"/>
          </a:xfrm>
          <a:prstGeom prst="rect">
            <a:avLst/>
          </a:prstGeom>
          <a:noFill/>
        </p:spPr>
        <p:txBody>
          <a:bodyPr wrap="square" rtlCol="0">
            <a:spAutoFit/>
          </a:bodyPr>
          <a:lstStyle/>
          <a:p>
            <a:r>
              <a:rPr lang="pt-BR" sz="3200" b="1" dirty="0" err="1">
                <a:solidFill>
                  <a:srgbClr val="002060"/>
                </a:solidFill>
                <a:latin typeface="Cambria" panose="02040503050406030204" pitchFamily="18" charset="0"/>
                <a:ea typeface="Cambria" panose="02040503050406030204" pitchFamily="18" charset="0"/>
              </a:rPr>
              <a:t>Literature</a:t>
            </a:r>
            <a:r>
              <a:rPr lang="pt-BR" sz="3200" b="1" dirty="0">
                <a:solidFill>
                  <a:srgbClr val="002060"/>
                </a:solidFill>
                <a:latin typeface="Cambria" panose="02040503050406030204" pitchFamily="18" charset="0"/>
                <a:ea typeface="Cambria" panose="02040503050406030204" pitchFamily="18" charset="0"/>
              </a:rPr>
              <a:t> </a:t>
            </a:r>
            <a:r>
              <a:rPr lang="pt-BR" sz="3200" b="1" dirty="0" err="1">
                <a:solidFill>
                  <a:srgbClr val="002060"/>
                </a:solidFill>
                <a:latin typeface="Cambria" panose="02040503050406030204" pitchFamily="18" charset="0"/>
                <a:ea typeface="Cambria" panose="02040503050406030204" pitchFamily="18" charset="0"/>
              </a:rPr>
              <a:t>of</a:t>
            </a:r>
            <a:r>
              <a:rPr lang="pt-BR" sz="3200" b="1" dirty="0">
                <a:solidFill>
                  <a:srgbClr val="002060"/>
                </a:solidFill>
                <a:latin typeface="Cambria" panose="02040503050406030204" pitchFamily="18" charset="0"/>
                <a:ea typeface="Cambria" panose="02040503050406030204" pitchFamily="18" charset="0"/>
              </a:rPr>
              <a:t> </a:t>
            </a:r>
            <a:r>
              <a:rPr lang="pt-BR" sz="3200" b="1" dirty="0" err="1">
                <a:solidFill>
                  <a:srgbClr val="002060"/>
                </a:solidFill>
                <a:latin typeface="Cambria" panose="02040503050406030204" pitchFamily="18" charset="0"/>
                <a:ea typeface="Cambria" panose="02040503050406030204" pitchFamily="18" charset="0"/>
              </a:rPr>
              <a:t>Segregation</a:t>
            </a:r>
            <a:r>
              <a:rPr lang="pt-BR" sz="3200" b="1" dirty="0">
                <a:solidFill>
                  <a:srgbClr val="002060"/>
                </a:solidFill>
                <a:latin typeface="Cambria" panose="02040503050406030204" pitchFamily="18" charset="0"/>
                <a:ea typeface="Cambria" panose="02040503050406030204" pitchFamily="18" charset="0"/>
              </a:rPr>
              <a:t> </a:t>
            </a:r>
            <a:r>
              <a:rPr lang="pt-BR" sz="3200" b="1" dirty="0" err="1">
                <a:solidFill>
                  <a:srgbClr val="002060"/>
                </a:solidFill>
                <a:latin typeface="Cambria" panose="02040503050406030204" pitchFamily="18" charset="0"/>
                <a:ea typeface="Cambria" panose="02040503050406030204" pitchFamily="18" charset="0"/>
              </a:rPr>
              <a:t>and</a:t>
            </a:r>
            <a:r>
              <a:rPr lang="pt-BR" sz="3200" b="1" dirty="0">
                <a:solidFill>
                  <a:srgbClr val="002060"/>
                </a:solidFill>
                <a:latin typeface="Cambria" panose="02040503050406030204" pitchFamily="18" charset="0"/>
                <a:ea typeface="Cambria" panose="02040503050406030204" pitchFamily="18" charset="0"/>
              </a:rPr>
              <a:t> its software </a:t>
            </a:r>
            <a:r>
              <a:rPr lang="pt-BR" sz="3200" b="1" dirty="0" err="1">
                <a:solidFill>
                  <a:srgbClr val="002060"/>
                </a:solidFill>
                <a:latin typeface="Cambria" panose="02040503050406030204" pitchFamily="18" charset="0"/>
                <a:ea typeface="Cambria" panose="02040503050406030204" pitchFamily="18" charset="0"/>
              </a:rPr>
              <a:t>implementations</a:t>
            </a:r>
            <a:endParaRPr lang="pt-BR" sz="3200" b="1" dirty="0">
              <a:solidFill>
                <a:srgbClr val="002060"/>
              </a:solidFill>
              <a:latin typeface="Cambria" panose="02040503050406030204" pitchFamily="18" charset="0"/>
              <a:ea typeface="Cambria" panose="02040503050406030204" pitchFamily="18" charset="0"/>
            </a:endParaRP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pic>
        <p:nvPicPr>
          <p:cNvPr id="19" name="Imagem 18">
            <a:extLst>
              <a:ext uri="{FF2B5EF4-FFF2-40B4-BE49-F238E27FC236}">
                <a16:creationId xmlns:a16="http://schemas.microsoft.com/office/drawing/2014/main" id="{B98BF225-B2B3-F771-8455-D88883D9CC66}"/>
              </a:ext>
            </a:extLst>
          </p:cNvPr>
          <p:cNvPicPr>
            <a:picLocks noChangeAspect="1"/>
          </p:cNvPicPr>
          <p:nvPr/>
        </p:nvPicPr>
        <p:blipFill>
          <a:blip r:embed="rId5"/>
          <a:stretch>
            <a:fillRect/>
          </a:stretch>
        </p:blipFill>
        <p:spPr>
          <a:xfrm>
            <a:off x="539646" y="1215890"/>
            <a:ext cx="4134427" cy="1009791"/>
          </a:xfrm>
          <a:prstGeom prst="rect">
            <a:avLst/>
          </a:prstGeom>
        </p:spPr>
      </p:pic>
      <p:pic>
        <p:nvPicPr>
          <p:cNvPr id="21" name="Imagem 20">
            <a:extLst>
              <a:ext uri="{FF2B5EF4-FFF2-40B4-BE49-F238E27FC236}">
                <a16:creationId xmlns:a16="http://schemas.microsoft.com/office/drawing/2014/main" id="{31005E46-EF11-604D-7CB3-22A9685B2CFB}"/>
              </a:ext>
            </a:extLst>
          </p:cNvPr>
          <p:cNvPicPr>
            <a:picLocks noChangeAspect="1"/>
          </p:cNvPicPr>
          <p:nvPr/>
        </p:nvPicPr>
        <p:blipFill>
          <a:blip r:embed="rId6"/>
          <a:stretch>
            <a:fillRect/>
          </a:stretch>
        </p:blipFill>
        <p:spPr>
          <a:xfrm>
            <a:off x="4707662" y="1720785"/>
            <a:ext cx="5620534" cy="1305107"/>
          </a:xfrm>
          <a:prstGeom prst="rect">
            <a:avLst/>
          </a:prstGeom>
        </p:spPr>
      </p:pic>
      <p:pic>
        <p:nvPicPr>
          <p:cNvPr id="4098" name="Picture 2">
            <a:extLst>
              <a:ext uri="{FF2B5EF4-FFF2-40B4-BE49-F238E27FC236}">
                <a16:creationId xmlns:a16="http://schemas.microsoft.com/office/drawing/2014/main" id="{587183FB-7719-6E8F-77E9-D1C5A0749C6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28648" y="3423008"/>
            <a:ext cx="5063352" cy="1597769"/>
          </a:xfrm>
          <a:prstGeom prst="rect">
            <a:avLst/>
          </a:prstGeom>
          <a:noFill/>
          <a:extLst>
            <a:ext uri="{909E8E84-426E-40DD-AFC4-6F175D3DCCD1}">
              <a14:hiddenFill xmlns:a14="http://schemas.microsoft.com/office/drawing/2010/main">
                <a:solidFill>
                  <a:srgbClr val="FFFFFF"/>
                </a:solidFill>
              </a14:hiddenFill>
            </a:ext>
          </a:extLst>
        </p:spPr>
      </p:pic>
      <p:pic>
        <p:nvPicPr>
          <p:cNvPr id="25" name="Imagem 24">
            <a:extLst>
              <a:ext uri="{FF2B5EF4-FFF2-40B4-BE49-F238E27FC236}">
                <a16:creationId xmlns:a16="http://schemas.microsoft.com/office/drawing/2014/main" id="{75F8559B-1DC4-BCC1-0BE8-5BB22C74B9D5}"/>
              </a:ext>
            </a:extLst>
          </p:cNvPr>
          <p:cNvPicPr>
            <a:picLocks noChangeAspect="1"/>
          </p:cNvPicPr>
          <p:nvPr/>
        </p:nvPicPr>
        <p:blipFill>
          <a:blip r:embed="rId8"/>
          <a:stretch>
            <a:fillRect/>
          </a:stretch>
        </p:blipFill>
        <p:spPr>
          <a:xfrm>
            <a:off x="1088349" y="2536528"/>
            <a:ext cx="4353533" cy="1295581"/>
          </a:xfrm>
          <a:prstGeom prst="rect">
            <a:avLst/>
          </a:prstGeom>
        </p:spPr>
      </p:pic>
      <p:pic>
        <p:nvPicPr>
          <p:cNvPr id="27" name="Imagem 26">
            <a:extLst>
              <a:ext uri="{FF2B5EF4-FFF2-40B4-BE49-F238E27FC236}">
                <a16:creationId xmlns:a16="http://schemas.microsoft.com/office/drawing/2014/main" id="{A95EA507-602E-3448-5F98-520220A03451}"/>
              </a:ext>
            </a:extLst>
          </p:cNvPr>
          <p:cNvPicPr>
            <a:picLocks noChangeAspect="1"/>
          </p:cNvPicPr>
          <p:nvPr/>
        </p:nvPicPr>
        <p:blipFill>
          <a:blip r:embed="rId9"/>
          <a:stretch>
            <a:fillRect/>
          </a:stretch>
        </p:blipFill>
        <p:spPr>
          <a:xfrm>
            <a:off x="539646" y="4221893"/>
            <a:ext cx="5877745" cy="1247949"/>
          </a:xfrm>
          <a:prstGeom prst="rect">
            <a:avLst/>
          </a:prstGeom>
        </p:spPr>
      </p:pic>
      <p:pic>
        <p:nvPicPr>
          <p:cNvPr id="4100" name="Picture 4">
            <a:extLst>
              <a:ext uri="{FF2B5EF4-FFF2-40B4-BE49-F238E27FC236}">
                <a16:creationId xmlns:a16="http://schemas.microsoft.com/office/drawing/2014/main" id="{333DD464-1AE8-5431-804E-C77FEF159CF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90178" y="5570220"/>
            <a:ext cx="5062846" cy="1262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2451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a:extLst>
              <a:ext uri="{FF2B5EF4-FFF2-40B4-BE49-F238E27FC236}">
                <a16:creationId xmlns:a16="http://schemas.microsoft.com/office/drawing/2014/main" id="{39AE06C5-34BE-4D68-97C3-4C07702C2DF6}"/>
              </a:ext>
            </a:extLst>
          </p:cNvPr>
          <p:cNvSpPr txBox="1"/>
          <p:nvPr/>
        </p:nvSpPr>
        <p:spPr>
          <a:xfrm>
            <a:off x="1558749" y="1720840"/>
            <a:ext cx="9074502" cy="3416320"/>
          </a:xfrm>
          <a:prstGeom prst="rect">
            <a:avLst/>
          </a:prstGeom>
          <a:noFill/>
        </p:spPr>
        <p:txBody>
          <a:bodyPr wrap="square" rtlCol="0">
            <a:spAutoFit/>
          </a:bodyPr>
          <a:lstStyle/>
          <a:p>
            <a:pPr algn="ctr"/>
            <a:r>
              <a:rPr lang="pt-BR" sz="5400" b="1" dirty="0" err="1">
                <a:solidFill>
                  <a:srgbClr val="002060"/>
                </a:solidFill>
                <a:latin typeface="Cambria" panose="02040503050406030204" pitchFamily="18" charset="0"/>
                <a:ea typeface="Cambria" panose="02040503050406030204" pitchFamily="18" charset="0"/>
              </a:rPr>
              <a:t>But</a:t>
            </a:r>
            <a:r>
              <a:rPr lang="pt-BR" sz="5400" b="1" dirty="0">
                <a:solidFill>
                  <a:srgbClr val="002060"/>
                </a:solidFill>
                <a:latin typeface="Cambria" panose="02040503050406030204" pitchFamily="18" charset="0"/>
                <a:ea typeface="Cambria" panose="02040503050406030204" pitchFamily="18" charset="0"/>
              </a:rPr>
              <a:t> </a:t>
            </a:r>
            <a:r>
              <a:rPr lang="pt-BR" sz="5400" b="1" dirty="0" err="1">
                <a:solidFill>
                  <a:srgbClr val="002060"/>
                </a:solidFill>
                <a:latin typeface="Cambria" panose="02040503050406030204" pitchFamily="18" charset="0"/>
                <a:ea typeface="Cambria" panose="02040503050406030204" pitchFamily="18" charset="0"/>
              </a:rPr>
              <a:t>before</a:t>
            </a:r>
            <a:r>
              <a:rPr lang="pt-BR" sz="5400" b="1" dirty="0">
                <a:solidFill>
                  <a:srgbClr val="002060"/>
                </a:solidFill>
                <a:latin typeface="Cambria" panose="02040503050406030204" pitchFamily="18" charset="0"/>
                <a:ea typeface="Cambria" panose="02040503050406030204" pitchFamily="18" charset="0"/>
              </a:rPr>
              <a:t>... </a:t>
            </a:r>
            <a:r>
              <a:rPr lang="pt-BR" sz="5400" b="1" dirty="0" err="1">
                <a:solidFill>
                  <a:srgbClr val="002060"/>
                </a:solidFill>
                <a:latin typeface="Cambria" panose="02040503050406030204" pitchFamily="18" charset="0"/>
                <a:ea typeface="Cambria" panose="02040503050406030204" pitchFamily="18" charset="0"/>
              </a:rPr>
              <a:t>Let’s</a:t>
            </a:r>
            <a:r>
              <a:rPr lang="pt-BR" sz="5400" b="1" dirty="0">
                <a:solidFill>
                  <a:srgbClr val="002060"/>
                </a:solidFill>
                <a:latin typeface="Cambria" panose="02040503050406030204" pitchFamily="18" charset="0"/>
                <a:ea typeface="Cambria" panose="02040503050406030204" pitchFamily="18" charset="0"/>
              </a:rPr>
              <a:t> </a:t>
            </a:r>
            <a:r>
              <a:rPr lang="pt-BR" sz="5400" b="1" dirty="0" err="1">
                <a:solidFill>
                  <a:srgbClr val="002060"/>
                </a:solidFill>
                <a:latin typeface="Cambria" panose="02040503050406030204" pitchFamily="18" charset="0"/>
                <a:ea typeface="Cambria" panose="02040503050406030204" pitchFamily="18" charset="0"/>
              </a:rPr>
              <a:t>talk</a:t>
            </a:r>
            <a:r>
              <a:rPr lang="pt-BR" sz="5400" b="1" dirty="0">
                <a:solidFill>
                  <a:srgbClr val="002060"/>
                </a:solidFill>
                <a:latin typeface="Cambria" panose="02040503050406030204" pitchFamily="18" charset="0"/>
                <a:ea typeface="Cambria" panose="02040503050406030204" pitchFamily="18" charset="0"/>
              </a:rPr>
              <a:t> a </a:t>
            </a:r>
            <a:r>
              <a:rPr lang="pt-BR" sz="5400" b="1" dirty="0" err="1">
                <a:solidFill>
                  <a:srgbClr val="002060"/>
                </a:solidFill>
                <a:latin typeface="Cambria" panose="02040503050406030204" pitchFamily="18" charset="0"/>
                <a:ea typeface="Cambria" panose="02040503050406030204" pitchFamily="18" charset="0"/>
              </a:rPr>
              <a:t>little</a:t>
            </a:r>
            <a:r>
              <a:rPr lang="pt-BR" sz="5400" b="1" dirty="0">
                <a:solidFill>
                  <a:srgbClr val="002060"/>
                </a:solidFill>
                <a:latin typeface="Cambria" panose="02040503050406030204" pitchFamily="18" charset="0"/>
                <a:ea typeface="Cambria" panose="02040503050406030204" pitchFamily="18" charset="0"/>
              </a:rPr>
              <a:t> bit </a:t>
            </a:r>
            <a:r>
              <a:rPr lang="pt-BR" sz="5400" b="1" dirty="0" err="1">
                <a:solidFill>
                  <a:srgbClr val="002060"/>
                </a:solidFill>
                <a:latin typeface="Cambria" panose="02040503050406030204" pitchFamily="18" charset="0"/>
                <a:ea typeface="Cambria" panose="02040503050406030204" pitchFamily="18" charset="0"/>
              </a:rPr>
              <a:t>about</a:t>
            </a:r>
            <a:r>
              <a:rPr lang="pt-BR" sz="5400" b="1" dirty="0">
                <a:solidFill>
                  <a:srgbClr val="002060"/>
                </a:solidFill>
                <a:latin typeface="Cambria" panose="02040503050406030204" pitchFamily="18" charset="0"/>
                <a:ea typeface="Cambria" panose="02040503050406030204" pitchFamily="18" charset="0"/>
              </a:rPr>
              <a:t> </a:t>
            </a:r>
            <a:r>
              <a:rPr lang="pt-BR" sz="5400" b="1" dirty="0" err="1">
                <a:solidFill>
                  <a:srgbClr val="002060"/>
                </a:solidFill>
                <a:latin typeface="Cambria" panose="02040503050406030204" pitchFamily="18" charset="0"/>
                <a:ea typeface="Cambria" panose="02040503050406030204" pitchFamily="18" charset="0"/>
              </a:rPr>
              <a:t>the</a:t>
            </a:r>
            <a:r>
              <a:rPr lang="pt-BR" sz="5400" b="1" dirty="0">
                <a:solidFill>
                  <a:srgbClr val="002060"/>
                </a:solidFill>
                <a:latin typeface="Cambria" panose="02040503050406030204" pitchFamily="18" charset="0"/>
                <a:ea typeface="Cambria" panose="02040503050406030204" pitchFamily="18" charset="0"/>
              </a:rPr>
              <a:t> Python </a:t>
            </a:r>
            <a:r>
              <a:rPr lang="pt-BR" sz="5400" b="1" dirty="0" err="1">
                <a:solidFill>
                  <a:srgbClr val="002060"/>
                </a:solidFill>
                <a:latin typeface="Cambria" panose="02040503050406030204" pitchFamily="18" charset="0"/>
                <a:ea typeface="Cambria" panose="02040503050406030204" pitchFamily="18" charset="0"/>
              </a:rPr>
              <a:t>Spatial</a:t>
            </a:r>
            <a:r>
              <a:rPr lang="pt-BR" sz="5400" b="1" dirty="0">
                <a:solidFill>
                  <a:srgbClr val="002060"/>
                </a:solidFill>
                <a:latin typeface="Cambria" panose="02040503050406030204" pitchFamily="18" charset="0"/>
                <a:ea typeface="Cambria" panose="02040503050406030204" pitchFamily="18" charset="0"/>
              </a:rPr>
              <a:t> </a:t>
            </a:r>
            <a:r>
              <a:rPr lang="pt-BR" sz="5400" b="1" dirty="0" err="1">
                <a:solidFill>
                  <a:srgbClr val="002060"/>
                </a:solidFill>
                <a:latin typeface="Cambria" panose="02040503050406030204" pitchFamily="18" charset="0"/>
                <a:ea typeface="Cambria" panose="02040503050406030204" pitchFamily="18" charset="0"/>
              </a:rPr>
              <a:t>Analysis</a:t>
            </a:r>
            <a:r>
              <a:rPr lang="pt-BR" sz="5400" b="1" dirty="0">
                <a:solidFill>
                  <a:srgbClr val="002060"/>
                </a:solidFill>
                <a:latin typeface="Cambria" panose="02040503050406030204" pitchFamily="18" charset="0"/>
                <a:ea typeface="Cambria" panose="02040503050406030204" pitchFamily="18" charset="0"/>
              </a:rPr>
              <a:t> Library (</a:t>
            </a:r>
            <a:r>
              <a:rPr lang="pt-BR" sz="5400" b="1" dirty="0" err="1">
                <a:solidFill>
                  <a:srgbClr val="002060"/>
                </a:solidFill>
                <a:latin typeface="Cambria" panose="02040503050406030204" pitchFamily="18" charset="0"/>
                <a:ea typeface="Cambria" panose="02040503050406030204" pitchFamily="18" charset="0"/>
              </a:rPr>
              <a:t>PySAL</a:t>
            </a:r>
            <a:r>
              <a:rPr lang="pt-BR" sz="5400" b="1" dirty="0">
                <a:solidFill>
                  <a:srgbClr val="002060"/>
                </a:solidFill>
                <a:latin typeface="Cambria" panose="02040503050406030204" pitchFamily="18" charset="0"/>
                <a:ea typeface="Cambria" panose="02040503050406030204" pitchFamily="18" charset="0"/>
              </a:rPr>
              <a:t>)...</a:t>
            </a: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81863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36C3BC29-AA15-795E-440C-6C00B667F03E}"/>
              </a:ext>
            </a:extLst>
          </p:cNvPr>
          <p:cNvPicPr>
            <a:picLocks noChangeAspect="1"/>
          </p:cNvPicPr>
          <p:nvPr/>
        </p:nvPicPr>
        <p:blipFill>
          <a:blip r:embed="rId3"/>
          <a:stretch>
            <a:fillRect/>
          </a:stretch>
        </p:blipFill>
        <p:spPr>
          <a:xfrm>
            <a:off x="1802567" y="4372241"/>
            <a:ext cx="8586865" cy="2947730"/>
          </a:xfrm>
          <a:prstGeom prst="rect">
            <a:avLst/>
          </a:prstGeom>
        </p:spPr>
      </p:pic>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103819" y="140678"/>
            <a:ext cx="8849650" cy="646331"/>
          </a:xfrm>
          <a:prstGeom prst="rect">
            <a:avLst/>
          </a:prstGeom>
          <a:noFill/>
        </p:spPr>
        <p:txBody>
          <a:bodyPr wrap="square" rtlCol="0">
            <a:spAutoFit/>
          </a:bodyPr>
          <a:lstStyle/>
          <a:p>
            <a:r>
              <a:rPr lang="pt-BR" sz="3600" b="1" dirty="0">
                <a:solidFill>
                  <a:srgbClr val="002060"/>
                </a:solidFill>
                <a:latin typeface="Cambria" panose="02040503050406030204" pitchFamily="18" charset="0"/>
                <a:ea typeface="Cambria" panose="02040503050406030204" pitchFamily="18" charset="0"/>
              </a:rPr>
              <a:t>The </a:t>
            </a:r>
            <a:r>
              <a:rPr lang="pt-BR" sz="3600" b="1" dirty="0" err="1">
                <a:solidFill>
                  <a:srgbClr val="002060"/>
                </a:solidFill>
                <a:latin typeface="Cambria" panose="02040503050406030204" pitchFamily="18" charset="0"/>
                <a:ea typeface="Cambria" panose="02040503050406030204" pitchFamily="18" charset="0"/>
              </a:rPr>
              <a:t>PySAL</a:t>
            </a:r>
            <a:r>
              <a:rPr lang="pt-BR" sz="3600" b="1" dirty="0">
                <a:solidFill>
                  <a:srgbClr val="002060"/>
                </a:solidFill>
                <a:latin typeface="Cambria" panose="02040503050406030204" pitchFamily="18" charset="0"/>
                <a:ea typeface="Cambria" panose="02040503050406030204" pitchFamily="18" charset="0"/>
              </a:rPr>
              <a:t> </a:t>
            </a:r>
            <a:r>
              <a:rPr lang="pt-BR" sz="3600" b="1" dirty="0" err="1">
                <a:solidFill>
                  <a:srgbClr val="002060"/>
                </a:solidFill>
                <a:latin typeface="Cambria" panose="02040503050406030204" pitchFamily="18" charset="0"/>
                <a:ea typeface="Cambria" panose="02040503050406030204" pitchFamily="18" charset="0"/>
              </a:rPr>
              <a:t>ecosystem</a:t>
            </a:r>
            <a:endParaRPr lang="pt-BR" sz="3600" b="1" dirty="0">
              <a:solidFill>
                <a:srgbClr val="002060"/>
              </a:solidFill>
              <a:latin typeface="Cambria" panose="02040503050406030204" pitchFamily="18" charset="0"/>
              <a:ea typeface="Cambria" panose="02040503050406030204" pitchFamily="18" charset="0"/>
            </a:endParaRPr>
          </a:p>
        </p:txBody>
      </p:sp>
      <p:pic>
        <p:nvPicPr>
          <p:cNvPr id="6" name="Imagem 5">
            <a:extLst>
              <a:ext uri="{FF2B5EF4-FFF2-40B4-BE49-F238E27FC236}">
                <a16:creationId xmlns:a16="http://schemas.microsoft.com/office/drawing/2014/main" id="{256EABF0-0D91-1733-B86D-054D3B2D215D}"/>
              </a:ext>
            </a:extLst>
          </p:cNvPr>
          <p:cNvPicPr>
            <a:picLocks noChangeAspect="1"/>
          </p:cNvPicPr>
          <p:nvPr/>
        </p:nvPicPr>
        <p:blipFill>
          <a:blip r:embed="rId4"/>
          <a:stretch>
            <a:fillRect/>
          </a:stretch>
        </p:blipFill>
        <p:spPr>
          <a:xfrm>
            <a:off x="381264" y="1011894"/>
            <a:ext cx="11429472" cy="3590675"/>
          </a:xfrm>
          <a:prstGeom prst="rect">
            <a:avLst/>
          </a:prstGeom>
        </p:spPr>
      </p:pic>
      <p:pic>
        <p:nvPicPr>
          <p:cNvPr id="11" name="Picture 2" descr="UFRGS na Serra | Visão de futuro e coragem para inovar">
            <a:extLst>
              <a:ext uri="{FF2B5EF4-FFF2-40B4-BE49-F238E27FC236}">
                <a16:creationId xmlns:a16="http://schemas.microsoft.com/office/drawing/2014/main" id="{BF2C5AFC-853C-8419-2A23-BEF5869BDC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DCA00B9A-0C44-61D6-C96A-4C6360F0B5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18233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103819" y="140678"/>
            <a:ext cx="8849650" cy="646331"/>
          </a:xfrm>
          <a:prstGeom prst="rect">
            <a:avLst/>
          </a:prstGeom>
          <a:noFill/>
        </p:spPr>
        <p:txBody>
          <a:bodyPr wrap="square" rtlCol="0">
            <a:spAutoFit/>
          </a:bodyPr>
          <a:lstStyle/>
          <a:p>
            <a:r>
              <a:rPr lang="pt-BR" sz="3600" b="1" dirty="0">
                <a:solidFill>
                  <a:srgbClr val="002060"/>
                </a:solidFill>
                <a:latin typeface="Cambria" panose="02040503050406030204" pitchFamily="18" charset="0"/>
                <a:ea typeface="Cambria" panose="02040503050406030204" pitchFamily="18" charset="0"/>
              </a:rPr>
              <a:t>The </a:t>
            </a:r>
            <a:r>
              <a:rPr lang="pt-BR" sz="3600" b="1" dirty="0" err="1">
                <a:solidFill>
                  <a:srgbClr val="002060"/>
                </a:solidFill>
                <a:latin typeface="Cambria" panose="02040503050406030204" pitchFamily="18" charset="0"/>
                <a:ea typeface="Cambria" panose="02040503050406030204" pitchFamily="18" charset="0"/>
              </a:rPr>
              <a:t>PySAL</a:t>
            </a:r>
            <a:r>
              <a:rPr lang="pt-BR" sz="3600" b="1" dirty="0">
                <a:solidFill>
                  <a:srgbClr val="002060"/>
                </a:solidFill>
                <a:latin typeface="Cambria" panose="02040503050406030204" pitchFamily="18" charset="0"/>
                <a:ea typeface="Cambria" panose="02040503050406030204" pitchFamily="18" charset="0"/>
              </a:rPr>
              <a:t> </a:t>
            </a:r>
            <a:r>
              <a:rPr lang="pt-BR" sz="3600" b="1" dirty="0" err="1">
                <a:solidFill>
                  <a:srgbClr val="002060"/>
                </a:solidFill>
                <a:latin typeface="Cambria" panose="02040503050406030204" pitchFamily="18" charset="0"/>
                <a:ea typeface="Cambria" panose="02040503050406030204" pitchFamily="18" charset="0"/>
              </a:rPr>
              <a:t>ecosystem</a:t>
            </a:r>
            <a:endParaRPr lang="pt-BR" sz="3600" b="1" dirty="0">
              <a:solidFill>
                <a:srgbClr val="002060"/>
              </a:solidFill>
              <a:latin typeface="Cambria" panose="02040503050406030204" pitchFamily="18" charset="0"/>
              <a:ea typeface="Cambria" panose="02040503050406030204" pitchFamily="18" charset="0"/>
            </a:endParaRPr>
          </a:p>
        </p:txBody>
      </p:sp>
      <p:pic>
        <p:nvPicPr>
          <p:cNvPr id="6" name="Imagem 5">
            <a:extLst>
              <a:ext uri="{FF2B5EF4-FFF2-40B4-BE49-F238E27FC236}">
                <a16:creationId xmlns:a16="http://schemas.microsoft.com/office/drawing/2014/main" id="{256EABF0-0D91-1733-B86D-054D3B2D215D}"/>
              </a:ext>
            </a:extLst>
          </p:cNvPr>
          <p:cNvPicPr>
            <a:picLocks noChangeAspect="1"/>
          </p:cNvPicPr>
          <p:nvPr/>
        </p:nvPicPr>
        <p:blipFill>
          <a:blip r:embed="rId3"/>
          <a:stretch>
            <a:fillRect/>
          </a:stretch>
        </p:blipFill>
        <p:spPr>
          <a:xfrm>
            <a:off x="381264" y="1011895"/>
            <a:ext cx="11429472" cy="3590675"/>
          </a:xfrm>
          <a:prstGeom prst="rect">
            <a:avLst/>
          </a:prstGeom>
        </p:spPr>
      </p:pic>
      <p:pic>
        <p:nvPicPr>
          <p:cNvPr id="11" name="Picture 2" descr="UFRGS na Serra | Visão de futuro e coragem para inovar">
            <a:extLst>
              <a:ext uri="{FF2B5EF4-FFF2-40B4-BE49-F238E27FC236}">
                <a16:creationId xmlns:a16="http://schemas.microsoft.com/office/drawing/2014/main" id="{BF2C5AFC-853C-8419-2A23-BEF5869BDC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DCA00B9A-0C44-61D6-C96A-4C6360F0B5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m 2">
            <a:extLst>
              <a:ext uri="{FF2B5EF4-FFF2-40B4-BE49-F238E27FC236}">
                <a16:creationId xmlns:a16="http://schemas.microsoft.com/office/drawing/2014/main" id="{2E9F960A-3355-5ACB-1C11-E46F4F7F8DDE}"/>
              </a:ext>
            </a:extLst>
          </p:cNvPr>
          <p:cNvPicPr>
            <a:picLocks noChangeAspect="1"/>
          </p:cNvPicPr>
          <p:nvPr/>
        </p:nvPicPr>
        <p:blipFill>
          <a:blip r:embed="rId6"/>
          <a:stretch>
            <a:fillRect/>
          </a:stretch>
        </p:blipFill>
        <p:spPr>
          <a:xfrm>
            <a:off x="2295505" y="4394784"/>
            <a:ext cx="7600989" cy="2463216"/>
          </a:xfrm>
          <a:prstGeom prst="rect">
            <a:avLst/>
          </a:prstGeom>
        </p:spPr>
      </p:pic>
    </p:spTree>
    <p:extLst>
      <p:ext uri="{BB962C8B-B14F-4D97-AF65-F5344CB8AC3E}">
        <p14:creationId xmlns:p14="http://schemas.microsoft.com/office/powerpoint/2010/main" val="3107373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a:extLst>
              <a:ext uri="{FF2B5EF4-FFF2-40B4-BE49-F238E27FC236}">
                <a16:creationId xmlns:a16="http://schemas.microsoft.com/office/drawing/2014/main" id="{39AE06C5-34BE-4D68-97C3-4C07702C2DF6}"/>
              </a:ext>
            </a:extLst>
          </p:cNvPr>
          <p:cNvSpPr txBox="1"/>
          <p:nvPr/>
        </p:nvSpPr>
        <p:spPr>
          <a:xfrm>
            <a:off x="1558748" y="2551837"/>
            <a:ext cx="9074502" cy="1754326"/>
          </a:xfrm>
          <a:prstGeom prst="rect">
            <a:avLst/>
          </a:prstGeom>
          <a:noFill/>
        </p:spPr>
        <p:txBody>
          <a:bodyPr wrap="square" rtlCol="0">
            <a:spAutoFit/>
          </a:bodyPr>
          <a:lstStyle/>
          <a:p>
            <a:pPr algn="ctr"/>
            <a:r>
              <a:rPr lang="pt-BR" sz="5400" b="1" dirty="0">
                <a:solidFill>
                  <a:srgbClr val="002060"/>
                </a:solidFill>
                <a:latin typeface="Cambria" panose="02040503050406030204" pitchFamily="18" charset="0"/>
                <a:ea typeface="Cambria" panose="02040503050406030204" pitchFamily="18" charset="0"/>
              </a:rPr>
              <a:t>The </a:t>
            </a:r>
            <a:r>
              <a:rPr lang="pt-BR" sz="5400" b="1" dirty="0" err="1">
                <a:solidFill>
                  <a:srgbClr val="002060"/>
                </a:solidFill>
                <a:latin typeface="Cambria" panose="02040503050406030204" pitchFamily="18" charset="0"/>
                <a:ea typeface="Cambria" panose="02040503050406030204" pitchFamily="18" charset="0"/>
              </a:rPr>
              <a:t>PySAL</a:t>
            </a:r>
            <a:r>
              <a:rPr lang="pt-BR" sz="5400" b="1" dirty="0">
                <a:solidFill>
                  <a:srgbClr val="002060"/>
                </a:solidFill>
                <a:latin typeface="Cambria" panose="02040503050406030204" pitchFamily="18" charset="0"/>
                <a:ea typeface="Cambria" panose="02040503050406030204" pitchFamily="18" charset="0"/>
              </a:rPr>
              <a:t> </a:t>
            </a:r>
            <a:r>
              <a:rPr lang="pt-BR" sz="5400" b="1" dirty="0" err="1">
                <a:solidFill>
                  <a:srgbClr val="002060"/>
                </a:solidFill>
                <a:latin typeface="Courier New" panose="02070309020205020404" pitchFamily="49" charset="0"/>
                <a:ea typeface="Cambria" panose="02040503050406030204" pitchFamily="18" charset="0"/>
                <a:cs typeface="Courier New" panose="02070309020205020404" pitchFamily="49" charset="0"/>
              </a:rPr>
              <a:t>segregation</a:t>
            </a:r>
            <a:r>
              <a:rPr lang="pt-BR" sz="5400" b="1" dirty="0">
                <a:solidFill>
                  <a:srgbClr val="002060"/>
                </a:solidFill>
                <a:latin typeface="Cambria" panose="02040503050406030204" pitchFamily="18" charset="0"/>
                <a:ea typeface="Cambria" panose="02040503050406030204" pitchFamily="18" charset="0"/>
              </a:rPr>
              <a:t> module</a:t>
            </a: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sp>
        <p:nvSpPr>
          <p:cNvPr id="7" name="CaixaDeTexto 6">
            <a:extLst>
              <a:ext uri="{FF2B5EF4-FFF2-40B4-BE49-F238E27FC236}">
                <a16:creationId xmlns:a16="http://schemas.microsoft.com/office/drawing/2014/main" id="{5DE12ED3-ECA0-D582-4E57-8DB2E214E540}"/>
              </a:ext>
            </a:extLst>
          </p:cNvPr>
          <p:cNvSpPr txBox="1"/>
          <p:nvPr/>
        </p:nvSpPr>
        <p:spPr>
          <a:xfrm>
            <a:off x="2219325" y="5414159"/>
            <a:ext cx="7753349" cy="461665"/>
          </a:xfrm>
          <a:prstGeom prst="rect">
            <a:avLst/>
          </a:prstGeom>
          <a:noFill/>
        </p:spPr>
        <p:txBody>
          <a:bodyPr wrap="square">
            <a:spAutoFit/>
          </a:bodyPr>
          <a:lstStyle/>
          <a:p>
            <a:pPr algn="ctr"/>
            <a:r>
              <a:rPr lang="pt-BR" sz="2400" b="1" dirty="0">
                <a:latin typeface="Courier New" panose="02070309020205020404" pitchFamily="49" charset="0"/>
                <a:cs typeface="Courier New" panose="02070309020205020404" pitchFamily="49" charset="0"/>
              </a:rPr>
              <a:t>https://github.com/pysal/segregation</a:t>
            </a:r>
          </a:p>
        </p:txBody>
      </p:sp>
    </p:spTree>
    <p:extLst>
      <p:ext uri="{BB962C8B-B14F-4D97-AF65-F5344CB8AC3E}">
        <p14:creationId xmlns:p14="http://schemas.microsoft.com/office/powerpoint/2010/main" val="3057417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088349" y="140575"/>
            <a:ext cx="9938479" cy="584775"/>
          </a:xfrm>
          <a:prstGeom prst="rect">
            <a:avLst/>
          </a:prstGeom>
          <a:noFill/>
        </p:spPr>
        <p:txBody>
          <a:bodyPr wrap="square" rtlCol="0">
            <a:spAutoFit/>
          </a:bodyPr>
          <a:lstStyle/>
          <a:p>
            <a:r>
              <a:rPr lang="pt-BR" sz="3200" b="1" dirty="0" err="1">
                <a:solidFill>
                  <a:srgbClr val="002060"/>
                </a:solidFill>
                <a:latin typeface="Cambria" panose="02040503050406030204" pitchFamily="18" charset="0"/>
                <a:ea typeface="Cambria" panose="02040503050406030204" pitchFamily="18" charset="0"/>
              </a:rPr>
              <a:t>Challenge</a:t>
            </a:r>
            <a:r>
              <a:rPr lang="pt-BR" sz="3200" b="1" dirty="0">
                <a:solidFill>
                  <a:srgbClr val="002060"/>
                </a:solidFill>
                <a:latin typeface="Cambria" panose="02040503050406030204" pitchFamily="18" charset="0"/>
                <a:ea typeface="Cambria" panose="02040503050406030204" pitchFamily="18" charset="0"/>
              </a:rPr>
              <a:t> 1: point </a:t>
            </a:r>
            <a:r>
              <a:rPr lang="pt-BR" sz="3200" b="1" dirty="0" err="1">
                <a:solidFill>
                  <a:srgbClr val="002060"/>
                </a:solidFill>
                <a:latin typeface="Cambria" panose="02040503050406030204" pitchFamily="18" charset="0"/>
                <a:ea typeface="Cambria" panose="02040503050406030204" pitchFamily="18" charset="0"/>
              </a:rPr>
              <a:t>estimation</a:t>
            </a:r>
            <a:r>
              <a:rPr lang="pt-BR" sz="3200" b="1" dirty="0">
                <a:solidFill>
                  <a:srgbClr val="002060"/>
                </a:solidFill>
                <a:latin typeface="Cambria" panose="02040503050406030204" pitchFamily="18" charset="0"/>
                <a:ea typeface="Cambria" panose="02040503050406030204" pitchFamily="18" charset="0"/>
              </a:rPr>
              <a:t> </a:t>
            </a:r>
            <a:r>
              <a:rPr lang="pt-BR" sz="3200" b="1" dirty="0" err="1">
                <a:solidFill>
                  <a:srgbClr val="002060"/>
                </a:solidFill>
                <a:latin typeface="Cambria" panose="02040503050406030204" pitchFamily="18" charset="0"/>
                <a:ea typeface="Cambria" panose="02040503050406030204" pitchFamily="18" charset="0"/>
              </a:rPr>
              <a:t>of</a:t>
            </a:r>
            <a:r>
              <a:rPr lang="pt-BR" sz="3200" b="1" dirty="0">
                <a:solidFill>
                  <a:srgbClr val="002060"/>
                </a:solidFill>
                <a:latin typeface="Cambria" panose="02040503050406030204" pitchFamily="18" charset="0"/>
                <a:ea typeface="Cambria" panose="02040503050406030204" pitchFamily="18" charset="0"/>
              </a:rPr>
              <a:t> </a:t>
            </a:r>
            <a:r>
              <a:rPr lang="pt-BR" sz="3200" b="1" dirty="0" err="1">
                <a:solidFill>
                  <a:srgbClr val="002060"/>
                </a:solidFill>
                <a:latin typeface="Cambria" panose="02040503050406030204" pitchFamily="18" charset="0"/>
                <a:ea typeface="Cambria" panose="02040503050406030204" pitchFamily="18" charset="0"/>
              </a:rPr>
              <a:t>several</a:t>
            </a:r>
            <a:r>
              <a:rPr lang="pt-BR" sz="3200" b="1" dirty="0">
                <a:solidFill>
                  <a:srgbClr val="002060"/>
                </a:solidFill>
                <a:latin typeface="Cambria" panose="02040503050406030204" pitchFamily="18" charset="0"/>
                <a:ea typeface="Cambria" panose="02040503050406030204" pitchFamily="18" charset="0"/>
              </a:rPr>
              <a:t> </a:t>
            </a:r>
            <a:r>
              <a:rPr lang="pt-BR" sz="3200" b="1" dirty="0" err="1">
                <a:solidFill>
                  <a:srgbClr val="002060"/>
                </a:solidFill>
                <a:latin typeface="Cambria" panose="02040503050406030204" pitchFamily="18" charset="0"/>
                <a:ea typeface="Cambria" panose="02040503050406030204" pitchFamily="18" charset="0"/>
              </a:rPr>
              <a:t>measures</a:t>
            </a:r>
            <a:endParaRPr lang="pt-BR" sz="3200" b="1" dirty="0">
              <a:solidFill>
                <a:srgbClr val="002060"/>
              </a:solidFill>
              <a:latin typeface="Cambria" panose="02040503050406030204" pitchFamily="18" charset="0"/>
              <a:ea typeface="Cambria" panose="02040503050406030204" pitchFamily="18" charset="0"/>
            </a:endParaRP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m 4">
            <a:extLst>
              <a:ext uri="{FF2B5EF4-FFF2-40B4-BE49-F238E27FC236}">
                <a16:creationId xmlns:a16="http://schemas.microsoft.com/office/drawing/2014/main" id="{A5E2F567-B960-57C2-5D3B-2E8D1A0CCD27}"/>
              </a:ext>
            </a:extLst>
          </p:cNvPr>
          <p:cNvPicPr>
            <a:picLocks noChangeAspect="1"/>
          </p:cNvPicPr>
          <p:nvPr/>
        </p:nvPicPr>
        <p:blipFill>
          <a:blip r:embed="rId5"/>
          <a:stretch>
            <a:fillRect/>
          </a:stretch>
        </p:blipFill>
        <p:spPr>
          <a:xfrm>
            <a:off x="1537651" y="1113513"/>
            <a:ext cx="9116697" cy="5677692"/>
          </a:xfrm>
          <a:prstGeom prst="rect">
            <a:avLst/>
          </a:prstGeom>
        </p:spPr>
      </p:pic>
    </p:spTree>
    <p:extLst>
      <p:ext uri="{BB962C8B-B14F-4D97-AF65-F5344CB8AC3E}">
        <p14:creationId xmlns:p14="http://schemas.microsoft.com/office/powerpoint/2010/main" val="37692595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088349" y="140575"/>
            <a:ext cx="9938479" cy="584775"/>
          </a:xfrm>
          <a:prstGeom prst="rect">
            <a:avLst/>
          </a:prstGeom>
          <a:noFill/>
        </p:spPr>
        <p:txBody>
          <a:bodyPr wrap="square" rtlCol="0">
            <a:spAutoFit/>
          </a:bodyPr>
          <a:lstStyle/>
          <a:p>
            <a:r>
              <a:rPr lang="pt-BR" sz="3200" b="1" dirty="0" err="1">
                <a:solidFill>
                  <a:srgbClr val="002060"/>
                </a:solidFill>
                <a:latin typeface="Cambria" panose="02040503050406030204" pitchFamily="18" charset="0"/>
                <a:ea typeface="Cambria" panose="02040503050406030204" pitchFamily="18" charset="0"/>
              </a:rPr>
              <a:t>Challenge</a:t>
            </a:r>
            <a:r>
              <a:rPr lang="pt-BR" sz="3200" b="1" dirty="0">
                <a:solidFill>
                  <a:srgbClr val="002060"/>
                </a:solidFill>
                <a:latin typeface="Cambria" panose="02040503050406030204" pitchFamily="18" charset="0"/>
                <a:ea typeface="Cambria" panose="02040503050406030204" pitchFamily="18" charset="0"/>
              </a:rPr>
              <a:t> 1: point </a:t>
            </a:r>
            <a:r>
              <a:rPr lang="pt-BR" sz="3200" b="1" dirty="0" err="1">
                <a:solidFill>
                  <a:srgbClr val="002060"/>
                </a:solidFill>
                <a:latin typeface="Cambria" panose="02040503050406030204" pitchFamily="18" charset="0"/>
                <a:ea typeface="Cambria" panose="02040503050406030204" pitchFamily="18" charset="0"/>
              </a:rPr>
              <a:t>estimation</a:t>
            </a:r>
            <a:r>
              <a:rPr lang="pt-BR" sz="3200" b="1" dirty="0">
                <a:solidFill>
                  <a:srgbClr val="002060"/>
                </a:solidFill>
                <a:latin typeface="Cambria" panose="02040503050406030204" pitchFamily="18" charset="0"/>
                <a:ea typeface="Cambria" panose="02040503050406030204" pitchFamily="18" charset="0"/>
              </a:rPr>
              <a:t> </a:t>
            </a:r>
            <a:r>
              <a:rPr lang="pt-BR" sz="3200" b="1" dirty="0" err="1">
                <a:solidFill>
                  <a:srgbClr val="002060"/>
                </a:solidFill>
                <a:latin typeface="Cambria" panose="02040503050406030204" pitchFamily="18" charset="0"/>
                <a:ea typeface="Cambria" panose="02040503050406030204" pitchFamily="18" charset="0"/>
              </a:rPr>
              <a:t>of</a:t>
            </a:r>
            <a:r>
              <a:rPr lang="pt-BR" sz="3200" b="1" dirty="0">
                <a:solidFill>
                  <a:srgbClr val="002060"/>
                </a:solidFill>
                <a:latin typeface="Cambria" panose="02040503050406030204" pitchFamily="18" charset="0"/>
                <a:ea typeface="Cambria" panose="02040503050406030204" pitchFamily="18" charset="0"/>
              </a:rPr>
              <a:t> </a:t>
            </a:r>
            <a:r>
              <a:rPr lang="pt-BR" sz="3200" b="1" dirty="0" err="1">
                <a:solidFill>
                  <a:srgbClr val="002060"/>
                </a:solidFill>
                <a:latin typeface="Cambria" panose="02040503050406030204" pitchFamily="18" charset="0"/>
                <a:ea typeface="Cambria" panose="02040503050406030204" pitchFamily="18" charset="0"/>
              </a:rPr>
              <a:t>several</a:t>
            </a:r>
            <a:r>
              <a:rPr lang="pt-BR" sz="3200" b="1" dirty="0">
                <a:solidFill>
                  <a:srgbClr val="002060"/>
                </a:solidFill>
                <a:latin typeface="Cambria" panose="02040503050406030204" pitchFamily="18" charset="0"/>
                <a:ea typeface="Cambria" panose="02040503050406030204" pitchFamily="18" charset="0"/>
              </a:rPr>
              <a:t> </a:t>
            </a:r>
            <a:r>
              <a:rPr lang="pt-BR" sz="3200" b="1" dirty="0" err="1">
                <a:solidFill>
                  <a:srgbClr val="002060"/>
                </a:solidFill>
                <a:latin typeface="Cambria" panose="02040503050406030204" pitchFamily="18" charset="0"/>
                <a:ea typeface="Cambria" panose="02040503050406030204" pitchFamily="18" charset="0"/>
              </a:rPr>
              <a:t>measures</a:t>
            </a:r>
            <a:endParaRPr lang="pt-BR" sz="3200" b="1" dirty="0">
              <a:solidFill>
                <a:srgbClr val="002060"/>
              </a:solidFill>
              <a:latin typeface="Cambria" panose="02040503050406030204" pitchFamily="18" charset="0"/>
              <a:ea typeface="Cambria" panose="02040503050406030204" pitchFamily="18" charset="0"/>
            </a:endParaRP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a:extLst>
              <a:ext uri="{FF2B5EF4-FFF2-40B4-BE49-F238E27FC236}">
                <a16:creationId xmlns:a16="http://schemas.microsoft.com/office/drawing/2014/main" id="{B64D4730-C145-8614-43A7-D325AEF12E25}"/>
              </a:ext>
            </a:extLst>
          </p:cNvPr>
          <p:cNvPicPr>
            <a:picLocks noChangeAspect="1"/>
          </p:cNvPicPr>
          <p:nvPr/>
        </p:nvPicPr>
        <p:blipFill>
          <a:blip r:embed="rId5"/>
          <a:stretch>
            <a:fillRect/>
          </a:stretch>
        </p:blipFill>
        <p:spPr>
          <a:xfrm>
            <a:off x="1047111" y="1514008"/>
            <a:ext cx="5048889" cy="5093887"/>
          </a:xfrm>
          <a:prstGeom prst="rect">
            <a:avLst/>
          </a:prstGeom>
        </p:spPr>
      </p:pic>
      <p:pic>
        <p:nvPicPr>
          <p:cNvPr id="9" name="Imagem 8">
            <a:extLst>
              <a:ext uri="{FF2B5EF4-FFF2-40B4-BE49-F238E27FC236}">
                <a16:creationId xmlns:a16="http://schemas.microsoft.com/office/drawing/2014/main" id="{C49B2BFE-5858-381C-09B6-48939284D44D}"/>
              </a:ext>
            </a:extLst>
          </p:cNvPr>
          <p:cNvPicPr>
            <a:picLocks noChangeAspect="1"/>
          </p:cNvPicPr>
          <p:nvPr/>
        </p:nvPicPr>
        <p:blipFill>
          <a:blip r:embed="rId6"/>
          <a:stretch>
            <a:fillRect/>
          </a:stretch>
        </p:blipFill>
        <p:spPr>
          <a:xfrm>
            <a:off x="6772693" y="1215993"/>
            <a:ext cx="5182323" cy="2896004"/>
          </a:xfrm>
          <a:prstGeom prst="rect">
            <a:avLst/>
          </a:prstGeom>
        </p:spPr>
      </p:pic>
      <p:pic>
        <p:nvPicPr>
          <p:cNvPr id="11" name="Imagem 10">
            <a:extLst>
              <a:ext uri="{FF2B5EF4-FFF2-40B4-BE49-F238E27FC236}">
                <a16:creationId xmlns:a16="http://schemas.microsoft.com/office/drawing/2014/main" id="{C0CE26EF-1882-FB5A-3F4A-B9115D808628}"/>
              </a:ext>
            </a:extLst>
          </p:cNvPr>
          <p:cNvPicPr>
            <a:picLocks noChangeAspect="1"/>
          </p:cNvPicPr>
          <p:nvPr/>
        </p:nvPicPr>
        <p:blipFill>
          <a:blip r:embed="rId7"/>
          <a:stretch>
            <a:fillRect/>
          </a:stretch>
        </p:blipFill>
        <p:spPr>
          <a:xfrm>
            <a:off x="6991798" y="4564453"/>
            <a:ext cx="4744112" cy="1648055"/>
          </a:xfrm>
          <a:prstGeom prst="rect">
            <a:avLst/>
          </a:prstGeom>
        </p:spPr>
      </p:pic>
      <p:sp>
        <p:nvSpPr>
          <p:cNvPr id="12" name="CaixaDeTexto 11">
            <a:extLst>
              <a:ext uri="{FF2B5EF4-FFF2-40B4-BE49-F238E27FC236}">
                <a16:creationId xmlns:a16="http://schemas.microsoft.com/office/drawing/2014/main" id="{0BF2F39A-6C28-0E22-7DCF-29DE3747273D}"/>
              </a:ext>
            </a:extLst>
          </p:cNvPr>
          <p:cNvSpPr txBox="1"/>
          <p:nvPr/>
        </p:nvSpPr>
        <p:spPr>
          <a:xfrm>
            <a:off x="1772735" y="1113898"/>
            <a:ext cx="3597639" cy="400110"/>
          </a:xfrm>
          <a:prstGeom prst="rect">
            <a:avLst/>
          </a:prstGeom>
          <a:noFill/>
        </p:spPr>
        <p:txBody>
          <a:bodyPr wrap="square" rtlCol="0">
            <a:spAutoFit/>
          </a:bodyPr>
          <a:lstStyle/>
          <a:p>
            <a:pPr algn="ctr"/>
            <a:r>
              <a:rPr lang="pt-BR" sz="2000" b="1" dirty="0"/>
              <a:t>Single </a:t>
            </a:r>
            <a:r>
              <a:rPr lang="pt-BR" sz="2000" b="1" dirty="0" err="1"/>
              <a:t>Group</a:t>
            </a:r>
            <a:r>
              <a:rPr lang="pt-BR" sz="2000" b="1" dirty="0"/>
              <a:t> </a:t>
            </a:r>
            <a:r>
              <a:rPr lang="pt-BR" sz="2000" b="1" dirty="0" err="1"/>
              <a:t>Measures</a:t>
            </a:r>
            <a:endParaRPr lang="pt-BR" sz="2000" b="1" dirty="0"/>
          </a:p>
        </p:txBody>
      </p:sp>
      <p:sp>
        <p:nvSpPr>
          <p:cNvPr id="13" name="CaixaDeTexto 12">
            <a:extLst>
              <a:ext uri="{FF2B5EF4-FFF2-40B4-BE49-F238E27FC236}">
                <a16:creationId xmlns:a16="http://schemas.microsoft.com/office/drawing/2014/main" id="{DA21E4BF-8232-C7D4-52E7-D220871990A2}"/>
              </a:ext>
            </a:extLst>
          </p:cNvPr>
          <p:cNvSpPr txBox="1"/>
          <p:nvPr/>
        </p:nvSpPr>
        <p:spPr>
          <a:xfrm>
            <a:off x="8119669" y="815883"/>
            <a:ext cx="2907158" cy="400110"/>
          </a:xfrm>
          <a:prstGeom prst="rect">
            <a:avLst/>
          </a:prstGeom>
          <a:noFill/>
        </p:spPr>
        <p:txBody>
          <a:bodyPr wrap="square" rtlCol="0">
            <a:spAutoFit/>
          </a:bodyPr>
          <a:lstStyle/>
          <a:p>
            <a:pPr algn="ctr"/>
            <a:r>
              <a:rPr lang="pt-BR" sz="2000" b="1" dirty="0" err="1"/>
              <a:t>Multi</a:t>
            </a:r>
            <a:r>
              <a:rPr lang="pt-BR" sz="2000" b="1" dirty="0"/>
              <a:t> </a:t>
            </a:r>
            <a:r>
              <a:rPr lang="pt-BR" sz="2000" b="1" dirty="0" err="1"/>
              <a:t>Group</a:t>
            </a:r>
            <a:r>
              <a:rPr lang="pt-BR" sz="2000" b="1" dirty="0"/>
              <a:t> </a:t>
            </a:r>
            <a:r>
              <a:rPr lang="pt-BR" sz="2000" b="1" dirty="0" err="1"/>
              <a:t>Measures</a:t>
            </a:r>
            <a:endParaRPr lang="pt-BR" sz="2000" b="1" dirty="0"/>
          </a:p>
        </p:txBody>
      </p:sp>
      <p:sp>
        <p:nvSpPr>
          <p:cNvPr id="14" name="CaixaDeTexto 13">
            <a:extLst>
              <a:ext uri="{FF2B5EF4-FFF2-40B4-BE49-F238E27FC236}">
                <a16:creationId xmlns:a16="http://schemas.microsoft.com/office/drawing/2014/main" id="{84A4BF76-4756-C61B-7EA7-E0689647DE22}"/>
              </a:ext>
            </a:extLst>
          </p:cNvPr>
          <p:cNvSpPr txBox="1"/>
          <p:nvPr/>
        </p:nvSpPr>
        <p:spPr>
          <a:xfrm>
            <a:off x="8119669" y="4166523"/>
            <a:ext cx="2488367" cy="400110"/>
          </a:xfrm>
          <a:prstGeom prst="rect">
            <a:avLst/>
          </a:prstGeom>
          <a:noFill/>
        </p:spPr>
        <p:txBody>
          <a:bodyPr wrap="square" rtlCol="0">
            <a:spAutoFit/>
          </a:bodyPr>
          <a:lstStyle/>
          <a:p>
            <a:pPr algn="ctr"/>
            <a:r>
              <a:rPr lang="pt-BR" sz="2000" b="1" dirty="0"/>
              <a:t>Local </a:t>
            </a:r>
            <a:r>
              <a:rPr lang="pt-BR" sz="2000" b="1" dirty="0" err="1"/>
              <a:t>Measures</a:t>
            </a:r>
            <a:endParaRPr lang="pt-BR" sz="2000" b="1" dirty="0"/>
          </a:p>
        </p:txBody>
      </p:sp>
    </p:spTree>
    <p:extLst>
      <p:ext uri="{BB962C8B-B14F-4D97-AF65-F5344CB8AC3E}">
        <p14:creationId xmlns:p14="http://schemas.microsoft.com/office/powerpoint/2010/main" val="1146633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047111" y="51773"/>
            <a:ext cx="8700228" cy="892552"/>
          </a:xfrm>
          <a:prstGeom prst="rect">
            <a:avLst/>
          </a:prstGeom>
          <a:noFill/>
        </p:spPr>
        <p:txBody>
          <a:bodyPr wrap="square" rtlCol="0">
            <a:spAutoFit/>
          </a:bodyPr>
          <a:lstStyle/>
          <a:p>
            <a:r>
              <a:rPr lang="pt-BR" sz="2600" b="1" dirty="0" err="1">
                <a:solidFill>
                  <a:srgbClr val="002060"/>
                </a:solidFill>
                <a:latin typeface="Cambria" panose="02040503050406030204" pitchFamily="18" charset="0"/>
                <a:ea typeface="Cambria" panose="02040503050406030204" pitchFamily="18" charset="0"/>
              </a:rPr>
              <a:t>Application</a:t>
            </a:r>
            <a:r>
              <a:rPr lang="pt-BR" sz="2600" b="1" dirty="0">
                <a:solidFill>
                  <a:srgbClr val="002060"/>
                </a:solidFill>
                <a:latin typeface="Cambria" panose="02040503050406030204" pitchFamily="18" charset="0"/>
                <a:ea typeface="Cambria" panose="02040503050406030204" pitchFamily="18" charset="0"/>
              </a:rPr>
              <a:t>: </a:t>
            </a:r>
            <a:r>
              <a:rPr lang="pt-BR" sz="2600" b="1" dirty="0" err="1">
                <a:solidFill>
                  <a:srgbClr val="002060"/>
                </a:solidFill>
                <a:latin typeface="Cambria" panose="02040503050406030204" pitchFamily="18" charset="0"/>
                <a:ea typeface="Cambria" panose="02040503050406030204" pitchFamily="18" charset="0"/>
              </a:rPr>
              <a:t>black+brown</a:t>
            </a:r>
            <a:r>
              <a:rPr lang="pt-BR" sz="2600" b="1" dirty="0">
                <a:solidFill>
                  <a:srgbClr val="002060"/>
                </a:solidFill>
                <a:latin typeface="Cambria" panose="02040503050406030204" pitchFamily="18" charset="0"/>
                <a:ea typeface="Cambria" panose="02040503050406030204" pitchFamily="18" charset="0"/>
              </a:rPr>
              <a:t> </a:t>
            </a:r>
            <a:r>
              <a:rPr lang="pt-BR" sz="2600" b="1" dirty="0" err="1">
                <a:solidFill>
                  <a:srgbClr val="002060"/>
                </a:solidFill>
                <a:latin typeface="Cambria" panose="02040503050406030204" pitchFamily="18" charset="0"/>
                <a:ea typeface="Cambria" panose="02040503050406030204" pitchFamily="18" charset="0"/>
              </a:rPr>
              <a:t>population</a:t>
            </a:r>
            <a:r>
              <a:rPr lang="pt-BR" sz="2600" b="1" dirty="0">
                <a:solidFill>
                  <a:srgbClr val="002060"/>
                </a:solidFill>
                <a:latin typeface="Cambria" panose="02040503050406030204" pitchFamily="18" charset="0"/>
                <a:ea typeface="Cambria" panose="02040503050406030204" pitchFamily="18" charset="0"/>
              </a:rPr>
              <a:t> in Porto Alegre </a:t>
            </a:r>
            <a:r>
              <a:rPr lang="pt-BR" sz="2600" b="1" dirty="0" err="1">
                <a:solidFill>
                  <a:srgbClr val="002060"/>
                </a:solidFill>
                <a:latin typeface="Cambria" panose="02040503050406030204" pitchFamily="18" charset="0"/>
                <a:ea typeface="Cambria" panose="02040503050406030204" pitchFamily="18" charset="0"/>
              </a:rPr>
              <a:t>using</a:t>
            </a:r>
            <a:r>
              <a:rPr lang="pt-BR" sz="2600" b="1" dirty="0">
                <a:solidFill>
                  <a:srgbClr val="002060"/>
                </a:solidFill>
                <a:latin typeface="Cambria" panose="02040503050406030204" pitchFamily="18" charset="0"/>
                <a:ea typeface="Cambria" panose="02040503050406030204" pitchFamily="18" charset="0"/>
              </a:rPr>
              <a:t> </a:t>
            </a:r>
            <a:r>
              <a:rPr lang="pt-BR" sz="2600" b="1" dirty="0" err="1">
                <a:solidFill>
                  <a:srgbClr val="002060"/>
                </a:solidFill>
                <a:latin typeface="Cambria" panose="02040503050406030204" pitchFamily="18" charset="0"/>
                <a:ea typeface="Cambria" panose="02040503050406030204" pitchFamily="18" charset="0"/>
              </a:rPr>
              <a:t>census</a:t>
            </a:r>
            <a:r>
              <a:rPr lang="pt-BR" sz="2600" b="1" dirty="0">
                <a:solidFill>
                  <a:srgbClr val="002060"/>
                </a:solidFill>
                <a:latin typeface="Cambria" panose="02040503050406030204" pitchFamily="18" charset="0"/>
                <a:ea typeface="Cambria" panose="02040503050406030204" pitchFamily="18" charset="0"/>
              </a:rPr>
              <a:t> </a:t>
            </a:r>
            <a:r>
              <a:rPr lang="pt-BR" sz="2600" b="1" dirty="0" err="1">
                <a:solidFill>
                  <a:srgbClr val="002060"/>
                </a:solidFill>
                <a:latin typeface="Cambria" panose="02040503050406030204" pitchFamily="18" charset="0"/>
                <a:ea typeface="Cambria" panose="02040503050406030204" pitchFamily="18" charset="0"/>
              </a:rPr>
              <a:t>tracts</a:t>
            </a:r>
            <a:r>
              <a:rPr lang="pt-BR" sz="2600" b="1" dirty="0">
                <a:solidFill>
                  <a:srgbClr val="002060"/>
                </a:solidFill>
                <a:latin typeface="Cambria" panose="02040503050406030204" pitchFamily="18" charset="0"/>
                <a:ea typeface="Cambria" panose="02040503050406030204" pitchFamily="18" charset="0"/>
              </a:rPr>
              <a:t> in 2022</a:t>
            </a: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m 5">
            <a:extLst>
              <a:ext uri="{FF2B5EF4-FFF2-40B4-BE49-F238E27FC236}">
                <a16:creationId xmlns:a16="http://schemas.microsoft.com/office/drawing/2014/main" id="{BCE8289B-54F9-0F79-F4CB-E6917EAEFBB5}"/>
              </a:ext>
            </a:extLst>
          </p:cNvPr>
          <p:cNvPicPr>
            <a:picLocks noChangeAspect="1"/>
          </p:cNvPicPr>
          <p:nvPr/>
        </p:nvPicPr>
        <p:blipFill>
          <a:blip r:embed="rId5"/>
          <a:stretch>
            <a:fillRect/>
          </a:stretch>
        </p:blipFill>
        <p:spPr>
          <a:xfrm>
            <a:off x="778939" y="1221808"/>
            <a:ext cx="10634121" cy="892552"/>
          </a:xfrm>
          <a:prstGeom prst="rect">
            <a:avLst/>
          </a:prstGeom>
        </p:spPr>
      </p:pic>
      <p:pic>
        <p:nvPicPr>
          <p:cNvPr id="15" name="Imagem 14">
            <a:extLst>
              <a:ext uri="{FF2B5EF4-FFF2-40B4-BE49-F238E27FC236}">
                <a16:creationId xmlns:a16="http://schemas.microsoft.com/office/drawing/2014/main" id="{C555E4B6-71B0-F94E-76F6-754EF0EBD310}"/>
              </a:ext>
            </a:extLst>
          </p:cNvPr>
          <p:cNvPicPr>
            <a:picLocks noChangeAspect="1"/>
          </p:cNvPicPr>
          <p:nvPr/>
        </p:nvPicPr>
        <p:blipFill>
          <a:blip r:embed="rId6"/>
          <a:stretch>
            <a:fillRect/>
          </a:stretch>
        </p:blipFill>
        <p:spPr>
          <a:xfrm>
            <a:off x="6759644" y="2161520"/>
            <a:ext cx="2000529" cy="4696480"/>
          </a:xfrm>
          <a:prstGeom prst="rect">
            <a:avLst/>
          </a:prstGeom>
        </p:spPr>
      </p:pic>
      <p:pic>
        <p:nvPicPr>
          <p:cNvPr id="19" name="Imagem 18">
            <a:extLst>
              <a:ext uri="{FF2B5EF4-FFF2-40B4-BE49-F238E27FC236}">
                <a16:creationId xmlns:a16="http://schemas.microsoft.com/office/drawing/2014/main" id="{49A7BCE2-EDE0-B363-B149-971763107AFF}"/>
              </a:ext>
            </a:extLst>
          </p:cNvPr>
          <p:cNvPicPr>
            <a:picLocks noChangeAspect="1"/>
          </p:cNvPicPr>
          <p:nvPr/>
        </p:nvPicPr>
        <p:blipFill>
          <a:blip r:embed="rId7"/>
          <a:stretch>
            <a:fillRect/>
          </a:stretch>
        </p:blipFill>
        <p:spPr>
          <a:xfrm>
            <a:off x="9317268" y="2161520"/>
            <a:ext cx="2095792" cy="514422"/>
          </a:xfrm>
          <a:prstGeom prst="rect">
            <a:avLst/>
          </a:prstGeom>
        </p:spPr>
      </p:pic>
      <p:pic>
        <p:nvPicPr>
          <p:cNvPr id="21" name="Imagem 20">
            <a:extLst>
              <a:ext uri="{FF2B5EF4-FFF2-40B4-BE49-F238E27FC236}">
                <a16:creationId xmlns:a16="http://schemas.microsoft.com/office/drawing/2014/main" id="{4F55F9C2-B8AD-343B-1AEF-9C81EAFB98C7}"/>
              </a:ext>
            </a:extLst>
          </p:cNvPr>
          <p:cNvPicPr>
            <a:picLocks noChangeAspect="1"/>
          </p:cNvPicPr>
          <p:nvPr/>
        </p:nvPicPr>
        <p:blipFill>
          <a:blip r:embed="rId8"/>
          <a:stretch>
            <a:fillRect/>
          </a:stretch>
        </p:blipFill>
        <p:spPr>
          <a:xfrm>
            <a:off x="9469689" y="2723102"/>
            <a:ext cx="1790950" cy="2829320"/>
          </a:xfrm>
          <a:prstGeom prst="rect">
            <a:avLst/>
          </a:prstGeom>
        </p:spPr>
      </p:pic>
      <p:pic>
        <p:nvPicPr>
          <p:cNvPr id="23" name="Imagem 22">
            <a:extLst>
              <a:ext uri="{FF2B5EF4-FFF2-40B4-BE49-F238E27FC236}">
                <a16:creationId xmlns:a16="http://schemas.microsoft.com/office/drawing/2014/main" id="{C611F4E1-6B38-1A62-605C-E86B1EBB811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60631" y="2161520"/>
            <a:ext cx="4008376" cy="4696480"/>
          </a:xfrm>
          <a:prstGeom prst="rect">
            <a:avLst/>
          </a:prstGeom>
        </p:spPr>
      </p:pic>
    </p:spTree>
    <p:extLst>
      <p:ext uri="{BB962C8B-B14F-4D97-AF65-F5344CB8AC3E}">
        <p14:creationId xmlns:p14="http://schemas.microsoft.com/office/powerpoint/2010/main" val="2337875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883950" y="164930"/>
            <a:ext cx="10424097" cy="584775"/>
          </a:xfrm>
          <a:prstGeom prst="rect">
            <a:avLst/>
          </a:prstGeom>
          <a:noFill/>
        </p:spPr>
        <p:txBody>
          <a:bodyPr wrap="square" rtlCol="0">
            <a:spAutoFit/>
          </a:bodyPr>
          <a:lstStyle/>
          <a:p>
            <a:r>
              <a:rPr lang="pt-BR" sz="3200" b="1" dirty="0" err="1">
                <a:solidFill>
                  <a:srgbClr val="002060"/>
                </a:solidFill>
                <a:latin typeface="Cambria" panose="02040503050406030204" pitchFamily="18" charset="0"/>
                <a:ea typeface="Cambria" panose="02040503050406030204" pitchFamily="18" charset="0"/>
              </a:rPr>
              <a:t>Challenge</a:t>
            </a:r>
            <a:r>
              <a:rPr lang="pt-BR" sz="3200" b="1" dirty="0">
                <a:solidFill>
                  <a:srgbClr val="002060"/>
                </a:solidFill>
                <a:latin typeface="Cambria" panose="02040503050406030204" pitchFamily="18" charset="0"/>
                <a:ea typeface="Cambria" panose="02040503050406030204" pitchFamily="18" charset="0"/>
              </a:rPr>
              <a:t> 2: </a:t>
            </a:r>
            <a:r>
              <a:rPr lang="pt-BR" sz="3200" b="1" dirty="0" err="1">
                <a:solidFill>
                  <a:srgbClr val="002060"/>
                </a:solidFill>
                <a:latin typeface="Cambria" panose="02040503050406030204" pitchFamily="18" charset="0"/>
                <a:ea typeface="Cambria" panose="02040503050406030204" pitchFamily="18" charset="0"/>
              </a:rPr>
              <a:t>inference</a:t>
            </a:r>
            <a:r>
              <a:rPr lang="pt-BR" sz="3200" b="1" dirty="0">
                <a:solidFill>
                  <a:srgbClr val="002060"/>
                </a:solidFill>
                <a:latin typeface="Cambria" panose="02040503050406030204" pitchFamily="18" charset="0"/>
                <a:ea typeface="Cambria" panose="02040503050406030204" pitchFamily="18" charset="0"/>
              </a:rPr>
              <a:t> framework for </a:t>
            </a:r>
            <a:r>
              <a:rPr lang="pt-BR" sz="3200" b="1" dirty="0" err="1">
                <a:solidFill>
                  <a:srgbClr val="002060"/>
                </a:solidFill>
                <a:latin typeface="Cambria" panose="02040503050406030204" pitchFamily="18" charset="0"/>
                <a:ea typeface="Cambria" panose="02040503050406030204" pitchFamily="18" charset="0"/>
              </a:rPr>
              <a:t>hypothesis</a:t>
            </a:r>
            <a:r>
              <a:rPr lang="pt-BR" sz="3200" b="1" dirty="0">
                <a:solidFill>
                  <a:srgbClr val="002060"/>
                </a:solidFill>
                <a:latin typeface="Cambria" panose="02040503050406030204" pitchFamily="18" charset="0"/>
                <a:ea typeface="Cambria" panose="02040503050406030204" pitchFamily="18" charset="0"/>
              </a:rPr>
              <a:t> </a:t>
            </a:r>
            <a:r>
              <a:rPr lang="pt-BR" sz="3200" b="1" dirty="0" err="1">
                <a:solidFill>
                  <a:srgbClr val="002060"/>
                </a:solidFill>
                <a:latin typeface="Cambria" panose="02040503050406030204" pitchFamily="18" charset="0"/>
                <a:ea typeface="Cambria" panose="02040503050406030204" pitchFamily="18" charset="0"/>
              </a:rPr>
              <a:t>test</a:t>
            </a:r>
            <a:endParaRPr lang="pt-BR" sz="3200" b="1" dirty="0">
              <a:solidFill>
                <a:srgbClr val="002060"/>
              </a:solidFill>
              <a:latin typeface="Cambria" panose="02040503050406030204" pitchFamily="18" charset="0"/>
              <a:ea typeface="Cambria" panose="02040503050406030204" pitchFamily="18" charset="0"/>
            </a:endParaRP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sp>
        <p:nvSpPr>
          <p:cNvPr id="9" name="CaixaDeTexto 8">
            <a:extLst>
              <a:ext uri="{FF2B5EF4-FFF2-40B4-BE49-F238E27FC236}">
                <a16:creationId xmlns:a16="http://schemas.microsoft.com/office/drawing/2014/main" id="{D3CFE623-3033-C51D-98B9-0B265A8E9A55}"/>
              </a:ext>
            </a:extLst>
          </p:cNvPr>
          <p:cNvSpPr txBox="1"/>
          <p:nvPr/>
        </p:nvSpPr>
        <p:spPr>
          <a:xfrm>
            <a:off x="1026214" y="3600815"/>
            <a:ext cx="4641487" cy="646331"/>
          </a:xfrm>
          <a:prstGeom prst="rect">
            <a:avLst/>
          </a:prstGeom>
          <a:noFill/>
        </p:spPr>
        <p:txBody>
          <a:bodyPr wrap="square" rtlCol="0">
            <a:spAutoFit/>
          </a:bodyPr>
          <a:lstStyle/>
          <a:p>
            <a:pPr algn="ctr"/>
            <a:r>
              <a:rPr lang="pt-BR" sz="3600" b="1" dirty="0">
                <a:solidFill>
                  <a:srgbClr val="002060"/>
                </a:solidFill>
                <a:latin typeface="Cambria" panose="02040503050406030204" pitchFamily="18" charset="0"/>
                <a:ea typeface="Cambria" panose="02040503050406030204" pitchFamily="18" charset="0"/>
              </a:rPr>
              <a:t>Single </a:t>
            </a:r>
            <a:r>
              <a:rPr lang="pt-BR" sz="3600" b="1" dirty="0" err="1">
                <a:solidFill>
                  <a:srgbClr val="002060"/>
                </a:solidFill>
                <a:latin typeface="Cambria" panose="02040503050406030204" pitchFamily="18" charset="0"/>
                <a:ea typeface="Cambria" panose="02040503050406030204" pitchFamily="18" charset="0"/>
              </a:rPr>
              <a:t>Value</a:t>
            </a:r>
            <a:r>
              <a:rPr lang="pt-BR" sz="3600" b="1" dirty="0">
                <a:solidFill>
                  <a:srgbClr val="002060"/>
                </a:solidFill>
                <a:latin typeface="Cambria" panose="02040503050406030204" pitchFamily="18" charset="0"/>
                <a:ea typeface="Cambria" panose="02040503050406030204" pitchFamily="18" charset="0"/>
              </a:rPr>
              <a:t> Test</a:t>
            </a:r>
          </a:p>
        </p:txBody>
      </p:sp>
      <p:sp>
        <p:nvSpPr>
          <p:cNvPr id="11" name="CaixaDeTexto 10">
            <a:extLst>
              <a:ext uri="{FF2B5EF4-FFF2-40B4-BE49-F238E27FC236}">
                <a16:creationId xmlns:a16="http://schemas.microsoft.com/office/drawing/2014/main" id="{3C899274-43BE-5ADF-F467-CD48EF74BB6E}"/>
              </a:ext>
            </a:extLst>
          </p:cNvPr>
          <p:cNvSpPr txBox="1"/>
          <p:nvPr/>
        </p:nvSpPr>
        <p:spPr>
          <a:xfrm>
            <a:off x="6699807" y="1977267"/>
            <a:ext cx="3391213" cy="461665"/>
          </a:xfrm>
          <a:prstGeom prst="rect">
            <a:avLst/>
          </a:prstGeom>
          <a:noFill/>
        </p:spPr>
        <p:txBody>
          <a:bodyPr wrap="square">
            <a:spAutoFit/>
          </a:bodyPr>
          <a:lstStyle/>
          <a:p>
            <a:r>
              <a:rPr lang="pt-BR" sz="2400" b="1" dirty="0">
                <a:latin typeface="Courier New" panose="02070309020205020404" pitchFamily="49" charset="0"/>
                <a:cs typeface="Courier New" panose="02070309020205020404" pitchFamily="49" charset="0"/>
              </a:rPr>
              <a:t>“</a:t>
            </a:r>
            <a:r>
              <a:rPr lang="pt-BR" sz="2400" b="1" dirty="0" err="1">
                <a:latin typeface="Courier New" panose="02070309020205020404" pitchFamily="49" charset="0"/>
                <a:cs typeface="Courier New" panose="02070309020205020404" pitchFamily="49" charset="0"/>
              </a:rPr>
              <a:t>systematic</a:t>
            </a:r>
            <a:r>
              <a:rPr lang="pt-BR" sz="2400" b="1" dirty="0">
                <a:latin typeface="Courier New" panose="02070309020205020404" pitchFamily="49" charset="0"/>
                <a:cs typeface="Courier New" panose="02070309020205020404" pitchFamily="49" charset="0"/>
              </a:rPr>
              <a:t>”</a:t>
            </a:r>
          </a:p>
        </p:txBody>
      </p:sp>
      <p:sp>
        <p:nvSpPr>
          <p:cNvPr id="12" name="CaixaDeTexto 11">
            <a:extLst>
              <a:ext uri="{FF2B5EF4-FFF2-40B4-BE49-F238E27FC236}">
                <a16:creationId xmlns:a16="http://schemas.microsoft.com/office/drawing/2014/main" id="{2552B5E3-99A5-3CAB-FD8D-0AB7290DDEFC}"/>
              </a:ext>
            </a:extLst>
          </p:cNvPr>
          <p:cNvSpPr txBox="1"/>
          <p:nvPr/>
        </p:nvSpPr>
        <p:spPr>
          <a:xfrm>
            <a:off x="6699808" y="2682259"/>
            <a:ext cx="3391213" cy="461665"/>
          </a:xfrm>
          <a:prstGeom prst="rect">
            <a:avLst/>
          </a:prstGeom>
          <a:noFill/>
        </p:spPr>
        <p:txBody>
          <a:bodyPr wrap="square">
            <a:spAutoFit/>
          </a:bodyPr>
          <a:lstStyle/>
          <a:p>
            <a:r>
              <a:rPr lang="pt-BR" sz="2400" b="1" dirty="0">
                <a:latin typeface="Courier New" panose="02070309020205020404" pitchFamily="49" charset="0"/>
                <a:cs typeface="Courier New" panose="02070309020205020404" pitchFamily="49" charset="0"/>
              </a:rPr>
              <a:t>“</a:t>
            </a:r>
            <a:r>
              <a:rPr lang="pt-BR" sz="2400" b="1" dirty="0" err="1">
                <a:latin typeface="Courier New" panose="02070309020205020404" pitchFamily="49" charset="0"/>
                <a:cs typeface="Courier New" panose="02070309020205020404" pitchFamily="49" charset="0"/>
              </a:rPr>
              <a:t>bootstrap</a:t>
            </a:r>
            <a:r>
              <a:rPr lang="pt-BR" sz="2400" b="1" dirty="0">
                <a:latin typeface="Courier New" panose="02070309020205020404" pitchFamily="49" charset="0"/>
                <a:cs typeface="Courier New" panose="02070309020205020404" pitchFamily="49" charset="0"/>
              </a:rPr>
              <a:t>”</a:t>
            </a:r>
          </a:p>
        </p:txBody>
      </p:sp>
      <p:sp>
        <p:nvSpPr>
          <p:cNvPr id="13" name="CaixaDeTexto 12">
            <a:extLst>
              <a:ext uri="{FF2B5EF4-FFF2-40B4-BE49-F238E27FC236}">
                <a16:creationId xmlns:a16="http://schemas.microsoft.com/office/drawing/2014/main" id="{EBD74BA0-487F-8676-1390-355A6E04C4E5}"/>
              </a:ext>
            </a:extLst>
          </p:cNvPr>
          <p:cNvSpPr txBox="1"/>
          <p:nvPr/>
        </p:nvSpPr>
        <p:spPr>
          <a:xfrm>
            <a:off x="6721832" y="3387251"/>
            <a:ext cx="3391213" cy="461665"/>
          </a:xfrm>
          <a:prstGeom prst="rect">
            <a:avLst/>
          </a:prstGeom>
          <a:noFill/>
        </p:spPr>
        <p:txBody>
          <a:bodyPr wrap="square">
            <a:spAutoFit/>
          </a:bodyPr>
          <a:lstStyle/>
          <a:p>
            <a:r>
              <a:rPr lang="pt-BR" sz="2400" b="1" dirty="0">
                <a:latin typeface="Courier New" panose="02070309020205020404" pitchFamily="49" charset="0"/>
                <a:cs typeface="Courier New" panose="02070309020205020404" pitchFamily="49" charset="0"/>
              </a:rPr>
              <a:t>“</a:t>
            </a:r>
            <a:r>
              <a:rPr lang="pt-BR" sz="2400" b="1" dirty="0" err="1">
                <a:latin typeface="Courier New" panose="02070309020205020404" pitchFamily="49" charset="0"/>
                <a:cs typeface="Courier New" panose="02070309020205020404" pitchFamily="49" charset="0"/>
              </a:rPr>
              <a:t>evenness</a:t>
            </a:r>
            <a:r>
              <a:rPr lang="pt-BR" sz="2400" b="1" dirty="0">
                <a:latin typeface="Courier New" panose="02070309020205020404" pitchFamily="49" charset="0"/>
                <a:cs typeface="Courier New" panose="02070309020205020404" pitchFamily="49" charset="0"/>
              </a:rPr>
              <a:t>”</a:t>
            </a:r>
          </a:p>
        </p:txBody>
      </p:sp>
      <p:sp>
        <p:nvSpPr>
          <p:cNvPr id="14" name="CaixaDeTexto 13">
            <a:extLst>
              <a:ext uri="{FF2B5EF4-FFF2-40B4-BE49-F238E27FC236}">
                <a16:creationId xmlns:a16="http://schemas.microsoft.com/office/drawing/2014/main" id="{3BBFB022-3E9A-941D-3EA5-4EFEBE875A76}"/>
              </a:ext>
            </a:extLst>
          </p:cNvPr>
          <p:cNvSpPr txBox="1"/>
          <p:nvPr/>
        </p:nvSpPr>
        <p:spPr>
          <a:xfrm>
            <a:off x="6722754" y="4099591"/>
            <a:ext cx="3966154" cy="461665"/>
          </a:xfrm>
          <a:prstGeom prst="rect">
            <a:avLst/>
          </a:prstGeom>
          <a:noFill/>
        </p:spPr>
        <p:txBody>
          <a:bodyPr wrap="square">
            <a:spAutoFit/>
          </a:bodyPr>
          <a:lstStyle/>
          <a:p>
            <a:r>
              <a:rPr lang="pt-BR" sz="2400" b="1" dirty="0">
                <a:latin typeface="Courier New" panose="02070309020205020404" pitchFamily="49" charset="0"/>
                <a:cs typeface="Courier New" panose="02070309020205020404" pitchFamily="49" charset="0"/>
              </a:rPr>
              <a:t>“</a:t>
            </a:r>
            <a:r>
              <a:rPr lang="pt-BR" sz="2400" b="1" dirty="0" err="1">
                <a:latin typeface="Courier New" panose="02070309020205020404" pitchFamily="49" charset="0"/>
                <a:cs typeface="Courier New" panose="02070309020205020404" pitchFamily="49" charset="0"/>
              </a:rPr>
              <a:t>person_permutation</a:t>
            </a:r>
            <a:r>
              <a:rPr lang="pt-BR" sz="2400" b="1" dirty="0">
                <a:latin typeface="Courier New" panose="02070309020205020404" pitchFamily="49" charset="0"/>
                <a:cs typeface="Courier New" panose="02070309020205020404" pitchFamily="49" charset="0"/>
              </a:rPr>
              <a:t>”</a:t>
            </a:r>
          </a:p>
        </p:txBody>
      </p:sp>
      <p:sp>
        <p:nvSpPr>
          <p:cNvPr id="15" name="CaixaDeTexto 14">
            <a:extLst>
              <a:ext uri="{FF2B5EF4-FFF2-40B4-BE49-F238E27FC236}">
                <a16:creationId xmlns:a16="http://schemas.microsoft.com/office/drawing/2014/main" id="{E83AC231-070F-C96B-67BA-083358A69232}"/>
              </a:ext>
            </a:extLst>
          </p:cNvPr>
          <p:cNvSpPr txBox="1"/>
          <p:nvPr/>
        </p:nvSpPr>
        <p:spPr>
          <a:xfrm>
            <a:off x="6699808" y="4867398"/>
            <a:ext cx="4586213" cy="461665"/>
          </a:xfrm>
          <a:prstGeom prst="rect">
            <a:avLst/>
          </a:prstGeom>
          <a:noFill/>
        </p:spPr>
        <p:txBody>
          <a:bodyPr wrap="square">
            <a:spAutoFit/>
          </a:bodyPr>
          <a:lstStyle/>
          <a:p>
            <a:r>
              <a:rPr lang="pt-BR" sz="2400" b="1" dirty="0">
                <a:latin typeface="Courier New" panose="02070309020205020404" pitchFamily="49" charset="0"/>
                <a:cs typeface="Courier New" panose="02070309020205020404" pitchFamily="49" charset="0"/>
              </a:rPr>
              <a:t>“</a:t>
            </a:r>
            <a:r>
              <a:rPr lang="pt-BR" sz="2400" b="1" dirty="0" err="1">
                <a:latin typeface="Courier New" panose="02070309020205020404" pitchFamily="49" charset="0"/>
                <a:cs typeface="Courier New" panose="02070309020205020404" pitchFamily="49" charset="0"/>
              </a:rPr>
              <a:t>geographic_permutation</a:t>
            </a:r>
            <a:r>
              <a:rPr lang="pt-BR" sz="2400" b="1" dirty="0">
                <a:latin typeface="Courier New" panose="02070309020205020404" pitchFamily="49" charset="0"/>
                <a:cs typeface="Courier New" panose="02070309020205020404" pitchFamily="49" charset="0"/>
              </a:rPr>
              <a:t>”</a:t>
            </a:r>
          </a:p>
        </p:txBody>
      </p:sp>
      <p:sp>
        <p:nvSpPr>
          <p:cNvPr id="16" name="CaixaDeTexto 15">
            <a:extLst>
              <a:ext uri="{FF2B5EF4-FFF2-40B4-BE49-F238E27FC236}">
                <a16:creationId xmlns:a16="http://schemas.microsoft.com/office/drawing/2014/main" id="{295F30E0-3783-DDD1-95B0-AC3E5E973211}"/>
              </a:ext>
            </a:extLst>
          </p:cNvPr>
          <p:cNvSpPr txBox="1"/>
          <p:nvPr/>
        </p:nvSpPr>
        <p:spPr>
          <a:xfrm>
            <a:off x="6699808" y="5609714"/>
            <a:ext cx="5000473" cy="461665"/>
          </a:xfrm>
          <a:prstGeom prst="rect">
            <a:avLst/>
          </a:prstGeom>
          <a:noFill/>
        </p:spPr>
        <p:txBody>
          <a:bodyPr wrap="square">
            <a:spAutoFit/>
          </a:bodyPr>
          <a:lstStyle/>
          <a:p>
            <a:r>
              <a:rPr lang="pt-BR" sz="2400" b="1" dirty="0">
                <a:latin typeface="Courier New" panose="02070309020205020404" pitchFamily="49" charset="0"/>
                <a:cs typeface="Courier New" panose="02070309020205020404" pitchFamily="49" charset="0"/>
              </a:rPr>
              <a:t>“</a:t>
            </a:r>
            <a:r>
              <a:rPr lang="pt-BR" sz="2400" b="1" dirty="0" err="1">
                <a:latin typeface="Courier New" panose="02070309020205020404" pitchFamily="49" charset="0"/>
                <a:cs typeface="Courier New" panose="02070309020205020404" pitchFamily="49" charset="0"/>
              </a:rPr>
              <a:t>systematic_permutation</a:t>
            </a:r>
            <a:r>
              <a:rPr lang="pt-BR" sz="2400" b="1" dirty="0">
                <a:latin typeface="Courier New" panose="02070309020205020404" pitchFamily="49" charset="0"/>
                <a:cs typeface="Courier New" panose="02070309020205020404" pitchFamily="49" charset="0"/>
              </a:rPr>
              <a:t>”</a:t>
            </a:r>
          </a:p>
        </p:txBody>
      </p:sp>
      <p:sp>
        <p:nvSpPr>
          <p:cNvPr id="17" name="CaixaDeTexto 16">
            <a:extLst>
              <a:ext uri="{FF2B5EF4-FFF2-40B4-BE49-F238E27FC236}">
                <a16:creationId xmlns:a16="http://schemas.microsoft.com/office/drawing/2014/main" id="{5742198A-1C82-BA18-F6A8-F9FF842D77A0}"/>
              </a:ext>
            </a:extLst>
          </p:cNvPr>
          <p:cNvSpPr txBox="1"/>
          <p:nvPr/>
        </p:nvSpPr>
        <p:spPr>
          <a:xfrm>
            <a:off x="6721832" y="6245824"/>
            <a:ext cx="3391213" cy="461665"/>
          </a:xfrm>
          <a:prstGeom prst="rect">
            <a:avLst/>
          </a:prstGeom>
          <a:noFill/>
        </p:spPr>
        <p:txBody>
          <a:bodyPr wrap="square">
            <a:spAutoFit/>
          </a:bodyPr>
          <a:lstStyle/>
          <a:p>
            <a:r>
              <a:rPr lang="pt-BR" sz="2400" b="1" dirty="0">
                <a:latin typeface="Courier New" panose="02070309020205020404" pitchFamily="49" charset="0"/>
                <a:cs typeface="Courier New" panose="02070309020205020404" pitchFamily="49" charset="0"/>
              </a:rPr>
              <a:t>“</a:t>
            </a:r>
            <a:r>
              <a:rPr lang="pt-BR" sz="2400" b="1" dirty="0" err="1">
                <a:latin typeface="Courier New" panose="02070309020205020404" pitchFamily="49" charset="0"/>
                <a:cs typeface="Courier New" panose="02070309020205020404" pitchFamily="49" charset="0"/>
              </a:rPr>
              <a:t>even_systematic</a:t>
            </a:r>
            <a:r>
              <a:rPr lang="pt-BR" sz="2400" b="1" dirty="0">
                <a:latin typeface="Courier New" panose="02070309020205020404" pitchFamily="49" charset="0"/>
                <a:cs typeface="Courier New" panose="02070309020205020404" pitchFamily="49" charset="0"/>
              </a:rPr>
              <a:t>”</a:t>
            </a:r>
          </a:p>
        </p:txBody>
      </p:sp>
      <p:cxnSp>
        <p:nvCxnSpPr>
          <p:cNvPr id="19" name="Conector de Seta Reta 18">
            <a:extLst>
              <a:ext uri="{FF2B5EF4-FFF2-40B4-BE49-F238E27FC236}">
                <a16:creationId xmlns:a16="http://schemas.microsoft.com/office/drawing/2014/main" id="{0964363F-1C16-FA45-B7BE-F3BB0DE2AB70}"/>
              </a:ext>
            </a:extLst>
          </p:cNvPr>
          <p:cNvCxnSpPr/>
          <p:nvPr/>
        </p:nvCxnSpPr>
        <p:spPr>
          <a:xfrm flipV="1">
            <a:off x="5276538" y="2323781"/>
            <a:ext cx="1423269" cy="152513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38006675-B351-3B83-4AEC-FD4281353045}"/>
              </a:ext>
            </a:extLst>
          </p:cNvPr>
          <p:cNvCxnSpPr>
            <a:cxnSpLocks/>
            <a:endCxn id="12" idx="1"/>
          </p:cNvCxnSpPr>
          <p:nvPr/>
        </p:nvCxnSpPr>
        <p:spPr>
          <a:xfrm flipV="1">
            <a:off x="5276537" y="2913092"/>
            <a:ext cx="1423271" cy="93582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22">
            <a:extLst>
              <a:ext uri="{FF2B5EF4-FFF2-40B4-BE49-F238E27FC236}">
                <a16:creationId xmlns:a16="http://schemas.microsoft.com/office/drawing/2014/main" id="{FBF9DCE6-EE38-6D88-C375-0EAA9C45D3CC}"/>
              </a:ext>
            </a:extLst>
          </p:cNvPr>
          <p:cNvCxnSpPr>
            <a:cxnSpLocks/>
            <a:endCxn id="13" idx="1"/>
          </p:cNvCxnSpPr>
          <p:nvPr/>
        </p:nvCxnSpPr>
        <p:spPr>
          <a:xfrm flipV="1">
            <a:off x="5272848" y="3618084"/>
            <a:ext cx="1448984" cy="24779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23">
            <a:extLst>
              <a:ext uri="{FF2B5EF4-FFF2-40B4-BE49-F238E27FC236}">
                <a16:creationId xmlns:a16="http://schemas.microsoft.com/office/drawing/2014/main" id="{7E086188-4D64-B412-ECF5-0DF49C3E036B}"/>
              </a:ext>
            </a:extLst>
          </p:cNvPr>
          <p:cNvCxnSpPr>
            <a:cxnSpLocks/>
            <a:endCxn id="14" idx="1"/>
          </p:cNvCxnSpPr>
          <p:nvPr/>
        </p:nvCxnSpPr>
        <p:spPr>
          <a:xfrm>
            <a:off x="5273770" y="3856392"/>
            <a:ext cx="1448984" cy="47403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24">
            <a:extLst>
              <a:ext uri="{FF2B5EF4-FFF2-40B4-BE49-F238E27FC236}">
                <a16:creationId xmlns:a16="http://schemas.microsoft.com/office/drawing/2014/main" id="{9BDEC423-E1CB-2D77-ED60-5258AD362FB1}"/>
              </a:ext>
            </a:extLst>
          </p:cNvPr>
          <p:cNvCxnSpPr>
            <a:cxnSpLocks/>
            <a:endCxn id="15" idx="1"/>
          </p:cNvCxnSpPr>
          <p:nvPr/>
        </p:nvCxnSpPr>
        <p:spPr>
          <a:xfrm>
            <a:off x="5274692" y="3886371"/>
            <a:ext cx="1425116" cy="121186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25">
            <a:extLst>
              <a:ext uri="{FF2B5EF4-FFF2-40B4-BE49-F238E27FC236}">
                <a16:creationId xmlns:a16="http://schemas.microsoft.com/office/drawing/2014/main" id="{C38AC7BC-D660-4B9D-BBCB-79A2E50F2CB5}"/>
              </a:ext>
            </a:extLst>
          </p:cNvPr>
          <p:cNvCxnSpPr>
            <a:cxnSpLocks/>
          </p:cNvCxnSpPr>
          <p:nvPr/>
        </p:nvCxnSpPr>
        <p:spPr>
          <a:xfrm>
            <a:off x="5275614" y="3865875"/>
            <a:ext cx="1402170" cy="197467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7" name="Conector de Seta Reta 26">
            <a:extLst>
              <a:ext uri="{FF2B5EF4-FFF2-40B4-BE49-F238E27FC236}">
                <a16:creationId xmlns:a16="http://schemas.microsoft.com/office/drawing/2014/main" id="{245970E3-2836-8030-B0D8-E976DED4ED4C}"/>
              </a:ext>
            </a:extLst>
          </p:cNvPr>
          <p:cNvCxnSpPr>
            <a:cxnSpLocks/>
            <a:endCxn id="17" idx="1"/>
          </p:cNvCxnSpPr>
          <p:nvPr/>
        </p:nvCxnSpPr>
        <p:spPr>
          <a:xfrm>
            <a:off x="5276536" y="3865875"/>
            <a:ext cx="1445296" cy="261078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9" name="CaixaDeTexto 38">
            <a:extLst>
              <a:ext uri="{FF2B5EF4-FFF2-40B4-BE49-F238E27FC236}">
                <a16:creationId xmlns:a16="http://schemas.microsoft.com/office/drawing/2014/main" id="{21A3E865-DE6F-BEAC-FF11-3A522FCF4881}"/>
              </a:ext>
            </a:extLst>
          </p:cNvPr>
          <p:cNvSpPr txBox="1"/>
          <p:nvPr/>
        </p:nvSpPr>
        <p:spPr>
          <a:xfrm>
            <a:off x="1862778" y="4349523"/>
            <a:ext cx="2968358" cy="646331"/>
          </a:xfrm>
          <a:prstGeom prst="rect">
            <a:avLst/>
          </a:prstGeom>
          <a:noFill/>
        </p:spPr>
        <p:txBody>
          <a:bodyPr wrap="square" rtlCol="0">
            <a:spAutoFit/>
          </a:bodyPr>
          <a:lstStyle/>
          <a:p>
            <a:pPr algn="ctr"/>
            <a:r>
              <a:rPr lang="pt-BR" i="1" dirty="0" err="1"/>
              <a:t>Different</a:t>
            </a:r>
            <a:r>
              <a:rPr lang="pt-BR" i="1" dirty="0"/>
              <a:t> </a:t>
            </a:r>
            <a:r>
              <a:rPr lang="pt-BR" i="1" dirty="0" err="1"/>
              <a:t>Specifications</a:t>
            </a:r>
            <a:r>
              <a:rPr lang="pt-BR" i="1" dirty="0"/>
              <a:t> </a:t>
            </a:r>
            <a:r>
              <a:rPr lang="pt-BR" i="1" dirty="0" err="1"/>
              <a:t>of</a:t>
            </a:r>
            <a:r>
              <a:rPr lang="pt-BR" i="1" dirty="0"/>
              <a:t> </a:t>
            </a:r>
            <a:r>
              <a:rPr lang="pt-BR" i="1" dirty="0" err="1"/>
              <a:t>the</a:t>
            </a:r>
            <a:r>
              <a:rPr lang="pt-BR" i="1" dirty="0"/>
              <a:t> </a:t>
            </a:r>
            <a:r>
              <a:rPr lang="pt-BR" i="1" dirty="0" err="1"/>
              <a:t>Null</a:t>
            </a:r>
            <a:r>
              <a:rPr lang="pt-BR" i="1" dirty="0"/>
              <a:t> </a:t>
            </a:r>
            <a:r>
              <a:rPr lang="pt-BR" i="1" dirty="0" err="1"/>
              <a:t>Hypothesis</a:t>
            </a:r>
            <a:endParaRPr lang="pt-BR" i="1" dirty="0"/>
          </a:p>
        </p:txBody>
      </p:sp>
      <p:sp>
        <p:nvSpPr>
          <p:cNvPr id="40" name="Rectangle 1">
            <a:extLst>
              <a:ext uri="{FF2B5EF4-FFF2-40B4-BE49-F238E27FC236}">
                <a16:creationId xmlns:a16="http://schemas.microsoft.com/office/drawing/2014/main" id="{69FC879A-1701-920C-677E-D186ECAAA449}"/>
              </a:ext>
            </a:extLst>
          </p:cNvPr>
          <p:cNvSpPr>
            <a:spLocks noChangeArrowheads="1"/>
          </p:cNvSpPr>
          <p:nvPr/>
        </p:nvSpPr>
        <p:spPr bwMode="auto">
          <a:xfrm>
            <a:off x="1418275" y="1113783"/>
            <a:ext cx="93554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lang="pt-BR" altLang="pt-BR" sz="2400" b="1" dirty="0" err="1">
                <a:solidFill>
                  <a:srgbClr val="00B050"/>
                </a:solidFill>
                <a:latin typeface="Courier New" panose="02070309020205020404" pitchFamily="49" charset="0"/>
                <a:cs typeface="Courier New" panose="02070309020205020404" pitchFamily="49" charset="0"/>
              </a:rPr>
              <a:t>f</a:t>
            </a:r>
            <a:r>
              <a:rPr kumimoji="0" lang="pt-BR" altLang="pt-BR" sz="2400" b="1" i="0" u="none" strike="noStrike" cap="none" normalizeH="0" baseline="0" dirty="0" err="1">
                <a:ln>
                  <a:noFill/>
                </a:ln>
                <a:solidFill>
                  <a:srgbClr val="00B050"/>
                </a:solidFill>
                <a:effectLst/>
                <a:latin typeface="Courier New" panose="02070309020205020404" pitchFamily="49" charset="0"/>
                <a:cs typeface="Courier New" panose="02070309020205020404" pitchFamily="49" charset="0"/>
              </a:rPr>
              <a:t>rom</a:t>
            </a:r>
            <a:r>
              <a:rPr kumimoji="0" lang="pt-BR" altLang="pt-BR" sz="2400" b="1"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 </a:t>
            </a:r>
            <a:r>
              <a:rPr kumimoji="0" lang="pt-BR" altLang="pt-BR" sz="2400" b="1" i="0" u="none" strike="noStrike" cap="none" normalizeH="0" baseline="0" dirty="0" err="1">
                <a:ln>
                  <a:noFill/>
                </a:ln>
                <a:solidFill>
                  <a:srgbClr val="00B050"/>
                </a:solidFill>
                <a:effectLst/>
                <a:latin typeface="Courier New" panose="02070309020205020404" pitchFamily="49" charset="0"/>
                <a:cs typeface="Courier New" panose="02070309020205020404" pitchFamily="49" charset="0"/>
              </a:rPr>
              <a:t>segregation</a:t>
            </a:r>
            <a:r>
              <a:rPr kumimoji="0" lang="pt-BR" altLang="pt-BR" sz="2400" b="1"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 </a:t>
            </a:r>
            <a:r>
              <a:rPr kumimoji="0" lang="pt-BR" altLang="pt-BR" sz="2400" b="1" i="0" u="none" strike="noStrike" cap="none" normalizeH="0" baseline="0" dirty="0" err="1">
                <a:ln>
                  <a:noFill/>
                </a:ln>
                <a:solidFill>
                  <a:srgbClr val="00B050"/>
                </a:solidFill>
                <a:effectLst/>
                <a:latin typeface="Courier New" panose="02070309020205020404" pitchFamily="49" charset="0"/>
                <a:cs typeface="Courier New" panose="02070309020205020404" pitchFamily="49" charset="0"/>
              </a:rPr>
              <a:t>import</a:t>
            </a:r>
            <a:r>
              <a:rPr kumimoji="0" lang="pt-BR" altLang="pt-BR" sz="2400" b="1"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 </a:t>
            </a:r>
            <a:r>
              <a:rPr kumimoji="0" lang="pt-BR" altLang="pt-BR" sz="2400" b="1" i="0" u="none" strike="noStrike" cap="none" normalizeH="0" baseline="0" dirty="0" err="1">
                <a:ln>
                  <a:noFill/>
                </a:ln>
                <a:solidFill>
                  <a:srgbClr val="00B050"/>
                </a:solidFill>
                <a:effectLst/>
                <a:latin typeface="Courier New" panose="02070309020205020404" pitchFamily="49" charset="0"/>
                <a:cs typeface="Courier New" panose="02070309020205020404" pitchFamily="49" charset="0"/>
              </a:rPr>
              <a:t>inference.SingleValueTest</a:t>
            </a:r>
            <a:r>
              <a:rPr kumimoji="0" lang="pt-BR" altLang="pt-BR" sz="2000" b="1"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 </a:t>
            </a:r>
            <a:endParaRPr kumimoji="0" lang="pt-BR" altLang="pt-BR" sz="2400" b="1"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65949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883950" y="164930"/>
            <a:ext cx="10424097" cy="584775"/>
          </a:xfrm>
          <a:prstGeom prst="rect">
            <a:avLst/>
          </a:prstGeom>
          <a:noFill/>
        </p:spPr>
        <p:txBody>
          <a:bodyPr wrap="square" rtlCol="0">
            <a:spAutoFit/>
          </a:bodyPr>
          <a:lstStyle/>
          <a:p>
            <a:r>
              <a:rPr lang="pt-BR" sz="3200" b="1" dirty="0" err="1">
                <a:solidFill>
                  <a:srgbClr val="002060"/>
                </a:solidFill>
                <a:latin typeface="Cambria" panose="02040503050406030204" pitchFamily="18" charset="0"/>
                <a:ea typeface="Cambria" panose="02040503050406030204" pitchFamily="18" charset="0"/>
              </a:rPr>
              <a:t>Challenge</a:t>
            </a:r>
            <a:r>
              <a:rPr lang="pt-BR" sz="3200" b="1" dirty="0">
                <a:solidFill>
                  <a:srgbClr val="002060"/>
                </a:solidFill>
                <a:latin typeface="Cambria" panose="02040503050406030204" pitchFamily="18" charset="0"/>
                <a:ea typeface="Cambria" panose="02040503050406030204" pitchFamily="18" charset="0"/>
              </a:rPr>
              <a:t> 2: </a:t>
            </a:r>
            <a:r>
              <a:rPr lang="pt-BR" sz="3200" b="1" dirty="0" err="1">
                <a:solidFill>
                  <a:srgbClr val="002060"/>
                </a:solidFill>
                <a:latin typeface="Cambria" panose="02040503050406030204" pitchFamily="18" charset="0"/>
                <a:ea typeface="Cambria" panose="02040503050406030204" pitchFamily="18" charset="0"/>
              </a:rPr>
              <a:t>inference</a:t>
            </a:r>
            <a:r>
              <a:rPr lang="pt-BR" sz="3200" b="1" dirty="0">
                <a:solidFill>
                  <a:srgbClr val="002060"/>
                </a:solidFill>
                <a:latin typeface="Cambria" panose="02040503050406030204" pitchFamily="18" charset="0"/>
                <a:ea typeface="Cambria" panose="02040503050406030204" pitchFamily="18" charset="0"/>
              </a:rPr>
              <a:t> framework for </a:t>
            </a:r>
            <a:r>
              <a:rPr lang="pt-BR" sz="3200" b="1" dirty="0" err="1">
                <a:solidFill>
                  <a:srgbClr val="002060"/>
                </a:solidFill>
                <a:latin typeface="Cambria" panose="02040503050406030204" pitchFamily="18" charset="0"/>
                <a:ea typeface="Cambria" panose="02040503050406030204" pitchFamily="18" charset="0"/>
              </a:rPr>
              <a:t>hypothesis</a:t>
            </a:r>
            <a:r>
              <a:rPr lang="pt-BR" sz="3200" b="1" dirty="0">
                <a:solidFill>
                  <a:srgbClr val="002060"/>
                </a:solidFill>
                <a:latin typeface="Cambria" panose="02040503050406030204" pitchFamily="18" charset="0"/>
                <a:ea typeface="Cambria" panose="02040503050406030204" pitchFamily="18" charset="0"/>
              </a:rPr>
              <a:t> </a:t>
            </a:r>
            <a:r>
              <a:rPr lang="pt-BR" sz="3200" b="1" dirty="0" err="1">
                <a:solidFill>
                  <a:srgbClr val="002060"/>
                </a:solidFill>
                <a:latin typeface="Cambria" panose="02040503050406030204" pitchFamily="18" charset="0"/>
                <a:ea typeface="Cambria" panose="02040503050406030204" pitchFamily="18" charset="0"/>
              </a:rPr>
              <a:t>test</a:t>
            </a:r>
            <a:endParaRPr lang="pt-BR" sz="3200" b="1" dirty="0">
              <a:solidFill>
                <a:srgbClr val="002060"/>
              </a:solidFill>
              <a:latin typeface="Cambria" panose="02040503050406030204" pitchFamily="18" charset="0"/>
              <a:ea typeface="Cambria" panose="02040503050406030204" pitchFamily="18" charset="0"/>
            </a:endParaRP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sp>
        <p:nvSpPr>
          <p:cNvPr id="9" name="CaixaDeTexto 8">
            <a:extLst>
              <a:ext uri="{FF2B5EF4-FFF2-40B4-BE49-F238E27FC236}">
                <a16:creationId xmlns:a16="http://schemas.microsoft.com/office/drawing/2014/main" id="{D3CFE623-3033-C51D-98B9-0B265A8E9A55}"/>
              </a:ext>
            </a:extLst>
          </p:cNvPr>
          <p:cNvSpPr txBox="1"/>
          <p:nvPr/>
        </p:nvSpPr>
        <p:spPr>
          <a:xfrm>
            <a:off x="1026214" y="3600815"/>
            <a:ext cx="4641487" cy="646331"/>
          </a:xfrm>
          <a:prstGeom prst="rect">
            <a:avLst/>
          </a:prstGeom>
          <a:noFill/>
        </p:spPr>
        <p:txBody>
          <a:bodyPr wrap="square" rtlCol="0">
            <a:spAutoFit/>
          </a:bodyPr>
          <a:lstStyle/>
          <a:p>
            <a:pPr algn="ctr"/>
            <a:r>
              <a:rPr lang="pt-BR" sz="3600" b="1" dirty="0" err="1">
                <a:solidFill>
                  <a:srgbClr val="002060"/>
                </a:solidFill>
                <a:latin typeface="Cambria" panose="02040503050406030204" pitchFamily="18" charset="0"/>
                <a:ea typeface="Cambria" panose="02040503050406030204" pitchFamily="18" charset="0"/>
              </a:rPr>
              <a:t>Comparative</a:t>
            </a:r>
            <a:r>
              <a:rPr lang="pt-BR" sz="3600" b="1" dirty="0">
                <a:solidFill>
                  <a:srgbClr val="002060"/>
                </a:solidFill>
                <a:latin typeface="Cambria" panose="02040503050406030204" pitchFamily="18" charset="0"/>
                <a:ea typeface="Cambria" panose="02040503050406030204" pitchFamily="18" charset="0"/>
              </a:rPr>
              <a:t> Test</a:t>
            </a:r>
          </a:p>
        </p:txBody>
      </p:sp>
      <p:sp>
        <p:nvSpPr>
          <p:cNvPr id="11" name="CaixaDeTexto 10">
            <a:extLst>
              <a:ext uri="{FF2B5EF4-FFF2-40B4-BE49-F238E27FC236}">
                <a16:creationId xmlns:a16="http://schemas.microsoft.com/office/drawing/2014/main" id="{3C899274-43BE-5ADF-F467-CD48EF74BB6E}"/>
              </a:ext>
            </a:extLst>
          </p:cNvPr>
          <p:cNvSpPr txBox="1"/>
          <p:nvPr/>
        </p:nvSpPr>
        <p:spPr>
          <a:xfrm>
            <a:off x="6699807" y="2490996"/>
            <a:ext cx="3391213" cy="461665"/>
          </a:xfrm>
          <a:prstGeom prst="rect">
            <a:avLst/>
          </a:prstGeom>
          <a:noFill/>
        </p:spPr>
        <p:txBody>
          <a:bodyPr wrap="square">
            <a:spAutoFit/>
          </a:bodyPr>
          <a:lstStyle/>
          <a:p>
            <a:r>
              <a:rPr lang="pt-BR" sz="2400" b="1" dirty="0">
                <a:latin typeface="Courier New" panose="02070309020205020404" pitchFamily="49" charset="0"/>
                <a:cs typeface="Courier New" panose="02070309020205020404" pitchFamily="49" charset="0"/>
              </a:rPr>
              <a:t>“</a:t>
            </a:r>
            <a:r>
              <a:rPr lang="pt-BR" sz="2400" b="1" dirty="0" err="1">
                <a:latin typeface="Courier New" panose="02070309020205020404" pitchFamily="49" charset="0"/>
                <a:cs typeface="Courier New" panose="02070309020205020404" pitchFamily="49" charset="0"/>
              </a:rPr>
              <a:t>random_label</a:t>
            </a:r>
            <a:r>
              <a:rPr lang="pt-BR" sz="2400" b="1" dirty="0">
                <a:latin typeface="Courier New" panose="02070309020205020404" pitchFamily="49" charset="0"/>
                <a:cs typeface="Courier New" panose="02070309020205020404" pitchFamily="49" charset="0"/>
              </a:rPr>
              <a:t>”</a:t>
            </a:r>
          </a:p>
        </p:txBody>
      </p:sp>
      <p:sp>
        <p:nvSpPr>
          <p:cNvPr id="12" name="CaixaDeTexto 11">
            <a:extLst>
              <a:ext uri="{FF2B5EF4-FFF2-40B4-BE49-F238E27FC236}">
                <a16:creationId xmlns:a16="http://schemas.microsoft.com/office/drawing/2014/main" id="{2552B5E3-99A5-3CAB-FD8D-0AB7290DDEFC}"/>
              </a:ext>
            </a:extLst>
          </p:cNvPr>
          <p:cNvSpPr txBox="1"/>
          <p:nvPr/>
        </p:nvSpPr>
        <p:spPr>
          <a:xfrm>
            <a:off x="6699808" y="3673813"/>
            <a:ext cx="3391213" cy="461665"/>
          </a:xfrm>
          <a:prstGeom prst="rect">
            <a:avLst/>
          </a:prstGeom>
          <a:noFill/>
        </p:spPr>
        <p:txBody>
          <a:bodyPr wrap="square">
            <a:spAutoFit/>
          </a:bodyPr>
          <a:lstStyle/>
          <a:p>
            <a:r>
              <a:rPr lang="pt-BR" sz="2400" b="1" dirty="0">
                <a:latin typeface="Courier New" panose="02070309020205020404" pitchFamily="49" charset="0"/>
                <a:cs typeface="Courier New" panose="02070309020205020404" pitchFamily="49" charset="0"/>
              </a:rPr>
              <a:t>“</a:t>
            </a:r>
            <a:r>
              <a:rPr lang="pt-BR" sz="2400" b="1" dirty="0" err="1">
                <a:latin typeface="Courier New" panose="02070309020205020404" pitchFamily="49" charset="0"/>
                <a:cs typeface="Courier New" panose="02070309020205020404" pitchFamily="49" charset="0"/>
              </a:rPr>
              <a:t>bootstrap</a:t>
            </a:r>
            <a:r>
              <a:rPr lang="pt-BR" sz="2400" b="1" dirty="0">
                <a:latin typeface="Courier New" panose="02070309020205020404" pitchFamily="49" charset="0"/>
                <a:cs typeface="Courier New" panose="02070309020205020404" pitchFamily="49" charset="0"/>
              </a:rPr>
              <a:t>”</a:t>
            </a:r>
          </a:p>
        </p:txBody>
      </p:sp>
      <p:sp>
        <p:nvSpPr>
          <p:cNvPr id="13" name="CaixaDeTexto 12">
            <a:extLst>
              <a:ext uri="{FF2B5EF4-FFF2-40B4-BE49-F238E27FC236}">
                <a16:creationId xmlns:a16="http://schemas.microsoft.com/office/drawing/2014/main" id="{EBD74BA0-487F-8676-1390-355A6E04C4E5}"/>
              </a:ext>
            </a:extLst>
          </p:cNvPr>
          <p:cNvSpPr txBox="1"/>
          <p:nvPr/>
        </p:nvSpPr>
        <p:spPr>
          <a:xfrm>
            <a:off x="6725521" y="4682236"/>
            <a:ext cx="3391213" cy="461665"/>
          </a:xfrm>
          <a:prstGeom prst="rect">
            <a:avLst/>
          </a:prstGeom>
          <a:noFill/>
        </p:spPr>
        <p:txBody>
          <a:bodyPr wrap="square">
            <a:spAutoFit/>
          </a:bodyPr>
          <a:lstStyle/>
          <a:p>
            <a:r>
              <a:rPr lang="pt-BR" sz="2400" b="1" dirty="0">
                <a:latin typeface="Courier New" panose="02070309020205020404" pitchFamily="49" charset="0"/>
                <a:cs typeface="Courier New" panose="02070309020205020404" pitchFamily="49" charset="0"/>
              </a:rPr>
              <a:t>“</a:t>
            </a:r>
            <a:r>
              <a:rPr lang="pt-BR" sz="2400" b="1" dirty="0" err="1">
                <a:latin typeface="Courier New" panose="02070309020205020404" pitchFamily="49" charset="0"/>
                <a:cs typeface="Courier New" panose="02070309020205020404" pitchFamily="49" charset="0"/>
              </a:rPr>
              <a:t>composition</a:t>
            </a:r>
            <a:r>
              <a:rPr lang="pt-BR" sz="2400" b="1" dirty="0">
                <a:latin typeface="Courier New" panose="02070309020205020404" pitchFamily="49" charset="0"/>
                <a:cs typeface="Courier New" panose="02070309020205020404" pitchFamily="49" charset="0"/>
              </a:rPr>
              <a:t>”</a:t>
            </a:r>
          </a:p>
        </p:txBody>
      </p:sp>
      <p:cxnSp>
        <p:nvCxnSpPr>
          <p:cNvPr id="19" name="Conector de Seta Reta 18">
            <a:extLst>
              <a:ext uri="{FF2B5EF4-FFF2-40B4-BE49-F238E27FC236}">
                <a16:creationId xmlns:a16="http://schemas.microsoft.com/office/drawing/2014/main" id="{0964363F-1C16-FA45-B7BE-F3BB0DE2AB70}"/>
              </a:ext>
            </a:extLst>
          </p:cNvPr>
          <p:cNvCxnSpPr>
            <a:cxnSpLocks/>
            <a:endCxn id="11" idx="1"/>
          </p:cNvCxnSpPr>
          <p:nvPr/>
        </p:nvCxnSpPr>
        <p:spPr>
          <a:xfrm flipV="1">
            <a:off x="5289394" y="2721829"/>
            <a:ext cx="1410413" cy="118281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38006675-B351-3B83-4AEC-FD4281353045}"/>
              </a:ext>
            </a:extLst>
          </p:cNvPr>
          <p:cNvCxnSpPr>
            <a:cxnSpLocks/>
            <a:endCxn id="12" idx="1"/>
          </p:cNvCxnSpPr>
          <p:nvPr/>
        </p:nvCxnSpPr>
        <p:spPr>
          <a:xfrm flipV="1">
            <a:off x="5289394" y="3904646"/>
            <a:ext cx="1410414" cy="1933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22">
            <a:extLst>
              <a:ext uri="{FF2B5EF4-FFF2-40B4-BE49-F238E27FC236}">
                <a16:creationId xmlns:a16="http://schemas.microsoft.com/office/drawing/2014/main" id="{FBF9DCE6-EE38-6D88-C375-0EAA9C45D3CC}"/>
              </a:ext>
            </a:extLst>
          </p:cNvPr>
          <p:cNvCxnSpPr>
            <a:cxnSpLocks/>
            <a:endCxn id="13" idx="1"/>
          </p:cNvCxnSpPr>
          <p:nvPr/>
        </p:nvCxnSpPr>
        <p:spPr>
          <a:xfrm>
            <a:off x="5289394" y="3914313"/>
            <a:ext cx="1436127" cy="99875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9" name="CaixaDeTexto 38">
            <a:extLst>
              <a:ext uri="{FF2B5EF4-FFF2-40B4-BE49-F238E27FC236}">
                <a16:creationId xmlns:a16="http://schemas.microsoft.com/office/drawing/2014/main" id="{21A3E865-DE6F-BEAC-FF11-3A522FCF4881}"/>
              </a:ext>
            </a:extLst>
          </p:cNvPr>
          <p:cNvSpPr txBox="1"/>
          <p:nvPr/>
        </p:nvSpPr>
        <p:spPr>
          <a:xfrm>
            <a:off x="1862778" y="4349523"/>
            <a:ext cx="2968358" cy="646331"/>
          </a:xfrm>
          <a:prstGeom prst="rect">
            <a:avLst/>
          </a:prstGeom>
          <a:noFill/>
        </p:spPr>
        <p:txBody>
          <a:bodyPr wrap="square" rtlCol="0">
            <a:spAutoFit/>
          </a:bodyPr>
          <a:lstStyle/>
          <a:p>
            <a:pPr algn="ctr"/>
            <a:r>
              <a:rPr lang="pt-BR" i="1" dirty="0" err="1"/>
              <a:t>Main</a:t>
            </a:r>
            <a:r>
              <a:rPr lang="pt-BR" i="1" dirty="0"/>
              <a:t> </a:t>
            </a:r>
            <a:r>
              <a:rPr lang="pt-BR" i="1" dirty="0" err="1"/>
              <a:t>Different</a:t>
            </a:r>
            <a:r>
              <a:rPr lang="pt-BR" i="1" dirty="0"/>
              <a:t> </a:t>
            </a:r>
            <a:r>
              <a:rPr lang="pt-BR" i="1" dirty="0" err="1"/>
              <a:t>Specifications</a:t>
            </a:r>
            <a:r>
              <a:rPr lang="pt-BR" i="1" dirty="0"/>
              <a:t> </a:t>
            </a:r>
            <a:r>
              <a:rPr lang="pt-BR" i="1" dirty="0" err="1"/>
              <a:t>of</a:t>
            </a:r>
            <a:r>
              <a:rPr lang="pt-BR" i="1" dirty="0"/>
              <a:t> </a:t>
            </a:r>
            <a:r>
              <a:rPr lang="pt-BR" i="1" dirty="0" err="1"/>
              <a:t>the</a:t>
            </a:r>
            <a:r>
              <a:rPr lang="pt-BR" i="1" dirty="0"/>
              <a:t> </a:t>
            </a:r>
            <a:r>
              <a:rPr lang="pt-BR" i="1" dirty="0" err="1"/>
              <a:t>Null</a:t>
            </a:r>
            <a:r>
              <a:rPr lang="pt-BR" i="1" dirty="0"/>
              <a:t> </a:t>
            </a:r>
            <a:r>
              <a:rPr lang="pt-BR" i="1" dirty="0" err="1"/>
              <a:t>Hypothesis</a:t>
            </a:r>
            <a:endParaRPr lang="pt-BR" i="1" dirty="0"/>
          </a:p>
        </p:txBody>
      </p:sp>
      <p:sp>
        <p:nvSpPr>
          <p:cNvPr id="40" name="Rectangle 1">
            <a:extLst>
              <a:ext uri="{FF2B5EF4-FFF2-40B4-BE49-F238E27FC236}">
                <a16:creationId xmlns:a16="http://schemas.microsoft.com/office/drawing/2014/main" id="{69FC879A-1701-920C-677E-D186ECAAA449}"/>
              </a:ext>
            </a:extLst>
          </p:cNvPr>
          <p:cNvSpPr>
            <a:spLocks noChangeArrowheads="1"/>
          </p:cNvSpPr>
          <p:nvPr/>
        </p:nvSpPr>
        <p:spPr bwMode="auto">
          <a:xfrm>
            <a:off x="1418275" y="1113783"/>
            <a:ext cx="88184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lang="pt-BR" altLang="pt-BR" sz="2400" b="1" dirty="0" err="1">
                <a:solidFill>
                  <a:srgbClr val="00B050"/>
                </a:solidFill>
                <a:latin typeface="Courier New" panose="02070309020205020404" pitchFamily="49" charset="0"/>
                <a:cs typeface="Courier New" panose="02070309020205020404" pitchFamily="49" charset="0"/>
              </a:rPr>
              <a:t>f</a:t>
            </a:r>
            <a:r>
              <a:rPr kumimoji="0" lang="pt-BR" altLang="pt-BR" sz="2400" b="1" i="0" u="none" strike="noStrike" cap="none" normalizeH="0" baseline="0" dirty="0" err="1">
                <a:ln>
                  <a:noFill/>
                </a:ln>
                <a:solidFill>
                  <a:srgbClr val="00B050"/>
                </a:solidFill>
                <a:effectLst/>
                <a:latin typeface="Courier New" panose="02070309020205020404" pitchFamily="49" charset="0"/>
                <a:cs typeface="Courier New" panose="02070309020205020404" pitchFamily="49" charset="0"/>
              </a:rPr>
              <a:t>rom</a:t>
            </a:r>
            <a:r>
              <a:rPr kumimoji="0" lang="pt-BR" altLang="pt-BR" sz="2400" b="1"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 </a:t>
            </a:r>
            <a:r>
              <a:rPr kumimoji="0" lang="pt-BR" altLang="pt-BR" sz="2400" b="1" i="0" u="none" strike="noStrike" cap="none" normalizeH="0" baseline="0" dirty="0" err="1">
                <a:ln>
                  <a:noFill/>
                </a:ln>
                <a:solidFill>
                  <a:srgbClr val="00B050"/>
                </a:solidFill>
                <a:effectLst/>
                <a:latin typeface="Courier New" panose="02070309020205020404" pitchFamily="49" charset="0"/>
                <a:cs typeface="Courier New" panose="02070309020205020404" pitchFamily="49" charset="0"/>
              </a:rPr>
              <a:t>segregation</a:t>
            </a:r>
            <a:r>
              <a:rPr kumimoji="0" lang="pt-BR" altLang="pt-BR" sz="2400" b="1"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 </a:t>
            </a:r>
            <a:r>
              <a:rPr kumimoji="0" lang="pt-BR" altLang="pt-BR" sz="2400" b="1" i="0" u="none" strike="noStrike" cap="none" normalizeH="0" baseline="0" dirty="0" err="1">
                <a:ln>
                  <a:noFill/>
                </a:ln>
                <a:solidFill>
                  <a:srgbClr val="00B050"/>
                </a:solidFill>
                <a:effectLst/>
                <a:latin typeface="Courier New" panose="02070309020205020404" pitchFamily="49" charset="0"/>
                <a:cs typeface="Courier New" panose="02070309020205020404" pitchFamily="49" charset="0"/>
              </a:rPr>
              <a:t>import</a:t>
            </a:r>
            <a:r>
              <a:rPr kumimoji="0" lang="pt-BR" altLang="pt-BR" sz="2400" b="1"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 </a:t>
            </a:r>
            <a:r>
              <a:rPr kumimoji="0" lang="pt-BR" altLang="pt-BR" sz="2400" b="1" i="0" u="none" strike="noStrike" cap="none" normalizeH="0" baseline="0" dirty="0" err="1">
                <a:ln>
                  <a:noFill/>
                </a:ln>
                <a:solidFill>
                  <a:srgbClr val="00B050"/>
                </a:solidFill>
                <a:effectLst/>
                <a:latin typeface="Courier New" panose="02070309020205020404" pitchFamily="49" charset="0"/>
                <a:cs typeface="Courier New" panose="02070309020205020404" pitchFamily="49" charset="0"/>
              </a:rPr>
              <a:t>inference.TwoValueTest</a:t>
            </a:r>
            <a:r>
              <a:rPr kumimoji="0" lang="pt-BR" altLang="pt-BR" sz="2000" b="1"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rPr>
              <a:t> </a:t>
            </a:r>
            <a:endParaRPr kumimoji="0" lang="pt-BR" altLang="pt-BR" sz="2400" b="1" i="0" u="none" strike="noStrike" cap="none" normalizeH="0" baseline="0" dirty="0">
              <a:ln>
                <a:noFill/>
              </a:ln>
              <a:solidFill>
                <a:srgbClr val="00B050"/>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80580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047110" y="51773"/>
            <a:ext cx="10634121" cy="892552"/>
          </a:xfrm>
          <a:prstGeom prst="rect">
            <a:avLst/>
          </a:prstGeom>
          <a:noFill/>
        </p:spPr>
        <p:txBody>
          <a:bodyPr wrap="square" rtlCol="0">
            <a:spAutoFit/>
          </a:bodyPr>
          <a:lstStyle/>
          <a:p>
            <a:r>
              <a:rPr lang="pt-BR" sz="2600" b="1" dirty="0" err="1">
                <a:solidFill>
                  <a:srgbClr val="002060"/>
                </a:solidFill>
                <a:latin typeface="Cambria" panose="02040503050406030204" pitchFamily="18" charset="0"/>
                <a:ea typeface="Cambria" panose="02040503050406030204" pitchFamily="18" charset="0"/>
              </a:rPr>
              <a:t>Application</a:t>
            </a:r>
            <a:r>
              <a:rPr lang="pt-BR" sz="2600" b="1" dirty="0">
                <a:solidFill>
                  <a:srgbClr val="002060"/>
                </a:solidFill>
                <a:latin typeface="Cambria" panose="02040503050406030204" pitchFamily="18" charset="0"/>
                <a:ea typeface="Cambria" panose="02040503050406030204" pitchFamily="18" charset="0"/>
              </a:rPr>
              <a:t>: four major </a:t>
            </a:r>
            <a:r>
              <a:rPr lang="pt-BR" sz="2600" b="1" dirty="0" err="1">
                <a:solidFill>
                  <a:srgbClr val="002060"/>
                </a:solidFill>
                <a:latin typeface="Cambria" panose="02040503050406030204" pitchFamily="18" charset="0"/>
                <a:ea typeface="Cambria" panose="02040503050406030204" pitchFamily="18" charset="0"/>
              </a:rPr>
              <a:t>Brazilian</a:t>
            </a:r>
            <a:r>
              <a:rPr lang="pt-BR" sz="2600" b="1" dirty="0">
                <a:solidFill>
                  <a:srgbClr val="002060"/>
                </a:solidFill>
                <a:latin typeface="Cambria" panose="02040503050406030204" pitchFamily="18" charset="0"/>
                <a:ea typeface="Cambria" panose="02040503050406030204" pitchFamily="18" charset="0"/>
              </a:rPr>
              <a:t> </a:t>
            </a:r>
            <a:r>
              <a:rPr lang="pt-BR" sz="2600" b="1" dirty="0" err="1">
                <a:solidFill>
                  <a:srgbClr val="002060"/>
                </a:solidFill>
                <a:latin typeface="Cambria" panose="02040503050406030204" pitchFamily="18" charset="0"/>
                <a:ea typeface="Cambria" panose="02040503050406030204" pitchFamily="18" charset="0"/>
              </a:rPr>
              <a:t>cities</a:t>
            </a:r>
            <a:r>
              <a:rPr lang="pt-BR" sz="2600" b="1" dirty="0">
                <a:solidFill>
                  <a:srgbClr val="002060"/>
                </a:solidFill>
                <a:latin typeface="Cambria" panose="02040503050406030204" pitchFamily="18" charset="0"/>
                <a:ea typeface="Cambria" panose="02040503050406030204" pitchFamily="18" charset="0"/>
              </a:rPr>
              <a:t> — São Paulo, Rio de Janeiro, Belo Horizonte </a:t>
            </a:r>
            <a:r>
              <a:rPr lang="pt-BR" sz="2600" b="1" dirty="0" err="1">
                <a:solidFill>
                  <a:srgbClr val="002060"/>
                </a:solidFill>
                <a:latin typeface="Cambria" panose="02040503050406030204" pitchFamily="18" charset="0"/>
                <a:ea typeface="Cambria" panose="02040503050406030204" pitchFamily="18" charset="0"/>
              </a:rPr>
              <a:t>and</a:t>
            </a:r>
            <a:r>
              <a:rPr lang="pt-BR" sz="2600" b="1" dirty="0">
                <a:solidFill>
                  <a:srgbClr val="002060"/>
                </a:solidFill>
                <a:latin typeface="Cambria" panose="02040503050406030204" pitchFamily="18" charset="0"/>
                <a:ea typeface="Cambria" panose="02040503050406030204" pitchFamily="18" charset="0"/>
              </a:rPr>
              <a:t> Porto Alegre</a:t>
            </a: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m 4">
            <a:extLst>
              <a:ext uri="{FF2B5EF4-FFF2-40B4-BE49-F238E27FC236}">
                <a16:creationId xmlns:a16="http://schemas.microsoft.com/office/drawing/2014/main" id="{4BDCC27C-A7CC-1AF8-EBBE-8FC9D5C263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37829" y="1044729"/>
            <a:ext cx="2557439" cy="2996466"/>
          </a:xfrm>
          <a:prstGeom prst="rect">
            <a:avLst/>
          </a:prstGeom>
        </p:spPr>
      </p:pic>
      <p:pic>
        <p:nvPicPr>
          <p:cNvPr id="10" name="Imagem 9">
            <a:extLst>
              <a:ext uri="{FF2B5EF4-FFF2-40B4-BE49-F238E27FC236}">
                <a16:creationId xmlns:a16="http://schemas.microsoft.com/office/drawing/2014/main" id="{3525F022-AC23-4E3A-BE39-61842A9A89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79034" y="1008760"/>
            <a:ext cx="2473781" cy="2894828"/>
          </a:xfrm>
          <a:prstGeom prst="rect">
            <a:avLst/>
          </a:prstGeom>
        </p:spPr>
      </p:pic>
      <p:pic>
        <p:nvPicPr>
          <p:cNvPr id="12" name="Imagem 11">
            <a:extLst>
              <a:ext uri="{FF2B5EF4-FFF2-40B4-BE49-F238E27FC236}">
                <a16:creationId xmlns:a16="http://schemas.microsoft.com/office/drawing/2014/main" id="{E6E339EC-592A-3F60-24D6-01468D1A94C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30160" y="4034647"/>
            <a:ext cx="2665108" cy="2859322"/>
          </a:xfrm>
          <a:prstGeom prst="rect">
            <a:avLst/>
          </a:prstGeom>
        </p:spPr>
      </p:pic>
      <p:pic>
        <p:nvPicPr>
          <p:cNvPr id="17" name="Imagem 16">
            <a:extLst>
              <a:ext uri="{FF2B5EF4-FFF2-40B4-BE49-F238E27FC236}">
                <a16:creationId xmlns:a16="http://schemas.microsoft.com/office/drawing/2014/main" id="{F3FB2556-5205-3B46-2CDB-BB8F3C0CAF2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79035" y="3903588"/>
            <a:ext cx="2440584" cy="2990381"/>
          </a:xfrm>
          <a:prstGeom prst="rect">
            <a:avLst/>
          </a:prstGeom>
        </p:spPr>
      </p:pic>
      <p:sp>
        <p:nvSpPr>
          <p:cNvPr id="18" name="CaixaDeTexto 17">
            <a:extLst>
              <a:ext uri="{FF2B5EF4-FFF2-40B4-BE49-F238E27FC236}">
                <a16:creationId xmlns:a16="http://schemas.microsoft.com/office/drawing/2014/main" id="{1960BDF9-8043-20E4-3B1F-A6FBAB7A38B7}"/>
              </a:ext>
            </a:extLst>
          </p:cNvPr>
          <p:cNvSpPr txBox="1"/>
          <p:nvPr/>
        </p:nvSpPr>
        <p:spPr>
          <a:xfrm>
            <a:off x="119922" y="2319792"/>
            <a:ext cx="2687351" cy="523220"/>
          </a:xfrm>
          <a:prstGeom prst="rect">
            <a:avLst/>
          </a:prstGeom>
          <a:noFill/>
        </p:spPr>
        <p:txBody>
          <a:bodyPr wrap="square" rtlCol="0">
            <a:spAutoFit/>
          </a:bodyPr>
          <a:lstStyle/>
          <a:p>
            <a:pPr algn="ctr"/>
            <a:r>
              <a:rPr lang="pt-BR" sz="2800" b="1" dirty="0"/>
              <a:t>Porto Alegre, RS</a:t>
            </a:r>
          </a:p>
        </p:txBody>
      </p:sp>
      <p:sp>
        <p:nvSpPr>
          <p:cNvPr id="20" name="CaixaDeTexto 19">
            <a:extLst>
              <a:ext uri="{FF2B5EF4-FFF2-40B4-BE49-F238E27FC236}">
                <a16:creationId xmlns:a16="http://schemas.microsoft.com/office/drawing/2014/main" id="{375CABDB-27F5-7E7E-ACF0-268FA7C9D77E}"/>
              </a:ext>
            </a:extLst>
          </p:cNvPr>
          <p:cNvSpPr txBox="1"/>
          <p:nvPr/>
        </p:nvSpPr>
        <p:spPr>
          <a:xfrm>
            <a:off x="9050173" y="2225341"/>
            <a:ext cx="2357341" cy="523220"/>
          </a:xfrm>
          <a:prstGeom prst="rect">
            <a:avLst/>
          </a:prstGeom>
          <a:noFill/>
        </p:spPr>
        <p:txBody>
          <a:bodyPr wrap="square" rtlCol="0">
            <a:spAutoFit/>
          </a:bodyPr>
          <a:lstStyle/>
          <a:p>
            <a:pPr algn="ctr"/>
            <a:r>
              <a:rPr lang="pt-BR" sz="2800" b="1" dirty="0"/>
              <a:t>São Paulo, SP</a:t>
            </a:r>
          </a:p>
        </p:txBody>
      </p:sp>
      <p:sp>
        <p:nvSpPr>
          <p:cNvPr id="22" name="CaixaDeTexto 21">
            <a:extLst>
              <a:ext uri="{FF2B5EF4-FFF2-40B4-BE49-F238E27FC236}">
                <a16:creationId xmlns:a16="http://schemas.microsoft.com/office/drawing/2014/main" id="{79AB4EF0-9EF3-202C-84B0-0B777D2F948B}"/>
              </a:ext>
            </a:extLst>
          </p:cNvPr>
          <p:cNvSpPr txBox="1"/>
          <p:nvPr/>
        </p:nvSpPr>
        <p:spPr>
          <a:xfrm>
            <a:off x="89691" y="5202698"/>
            <a:ext cx="2807273" cy="523220"/>
          </a:xfrm>
          <a:prstGeom prst="rect">
            <a:avLst/>
          </a:prstGeom>
          <a:noFill/>
        </p:spPr>
        <p:txBody>
          <a:bodyPr wrap="square" rtlCol="0">
            <a:spAutoFit/>
          </a:bodyPr>
          <a:lstStyle/>
          <a:p>
            <a:pPr algn="ctr"/>
            <a:r>
              <a:rPr lang="pt-BR" sz="2800" b="1" dirty="0"/>
              <a:t>Rio de Janeiro, RJ</a:t>
            </a:r>
          </a:p>
        </p:txBody>
      </p:sp>
      <p:sp>
        <p:nvSpPr>
          <p:cNvPr id="24" name="CaixaDeTexto 23">
            <a:extLst>
              <a:ext uri="{FF2B5EF4-FFF2-40B4-BE49-F238E27FC236}">
                <a16:creationId xmlns:a16="http://schemas.microsoft.com/office/drawing/2014/main" id="{C3635BAB-C4A7-AC76-8A6B-7C6E60F81A13}"/>
              </a:ext>
            </a:extLst>
          </p:cNvPr>
          <p:cNvSpPr txBox="1"/>
          <p:nvPr/>
        </p:nvSpPr>
        <p:spPr>
          <a:xfrm>
            <a:off x="8879270" y="5167944"/>
            <a:ext cx="3252769" cy="523220"/>
          </a:xfrm>
          <a:prstGeom prst="rect">
            <a:avLst/>
          </a:prstGeom>
          <a:noFill/>
        </p:spPr>
        <p:txBody>
          <a:bodyPr wrap="square" rtlCol="0">
            <a:spAutoFit/>
          </a:bodyPr>
          <a:lstStyle/>
          <a:p>
            <a:pPr algn="ctr"/>
            <a:r>
              <a:rPr lang="pt-BR" sz="2800" b="1" dirty="0"/>
              <a:t>Belo Horizonte, MG</a:t>
            </a:r>
          </a:p>
        </p:txBody>
      </p:sp>
    </p:spTree>
    <p:extLst>
      <p:ext uri="{BB962C8B-B14F-4D97-AF65-F5344CB8AC3E}">
        <p14:creationId xmlns:p14="http://schemas.microsoft.com/office/powerpoint/2010/main" val="2912745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002140" y="216665"/>
            <a:ext cx="10634121" cy="492443"/>
          </a:xfrm>
          <a:prstGeom prst="rect">
            <a:avLst/>
          </a:prstGeom>
          <a:noFill/>
        </p:spPr>
        <p:txBody>
          <a:bodyPr wrap="square" rtlCol="0">
            <a:spAutoFit/>
          </a:bodyPr>
          <a:lstStyle/>
          <a:p>
            <a:r>
              <a:rPr lang="pt-BR" sz="2600" b="1" dirty="0">
                <a:solidFill>
                  <a:srgbClr val="002060"/>
                </a:solidFill>
                <a:latin typeface="Cambria" panose="02040503050406030204" pitchFamily="18" charset="0"/>
                <a:ea typeface="Cambria" panose="02040503050406030204" pitchFamily="18" charset="0"/>
              </a:rPr>
              <a:t>Key </a:t>
            </a:r>
            <a:r>
              <a:rPr lang="pt-BR" sz="2600" b="1" dirty="0" err="1">
                <a:solidFill>
                  <a:srgbClr val="002060"/>
                </a:solidFill>
                <a:latin typeface="Cambria" panose="02040503050406030204" pitchFamily="18" charset="0"/>
                <a:ea typeface="Cambria" panose="02040503050406030204" pitchFamily="18" charset="0"/>
              </a:rPr>
              <a:t>findings</a:t>
            </a:r>
            <a:endParaRPr lang="pt-BR" sz="2600" b="1" dirty="0">
              <a:solidFill>
                <a:srgbClr val="002060"/>
              </a:solidFill>
              <a:latin typeface="Cambria" panose="02040503050406030204" pitchFamily="18" charset="0"/>
              <a:ea typeface="Cambria" panose="02040503050406030204" pitchFamily="18" charset="0"/>
            </a:endParaRP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853F42DF-F139-912E-4A9A-1170B7D475A5}"/>
              </a:ext>
            </a:extLst>
          </p:cNvPr>
          <p:cNvSpPr txBox="1"/>
          <p:nvPr/>
        </p:nvSpPr>
        <p:spPr>
          <a:xfrm>
            <a:off x="312295" y="1380416"/>
            <a:ext cx="11567410" cy="4801314"/>
          </a:xfrm>
          <a:prstGeom prst="rect">
            <a:avLst/>
          </a:prstGeom>
          <a:noFill/>
        </p:spPr>
        <p:txBody>
          <a:bodyPr wrap="square">
            <a:spAutoFit/>
          </a:bodyPr>
          <a:lstStyle/>
          <a:p>
            <a:pPr marL="285750" indent="-285750">
              <a:buFont typeface="Wingdings" panose="05000000000000000000" pitchFamily="2" charset="2"/>
              <a:buChar char="Ø"/>
            </a:pPr>
            <a:r>
              <a:rPr lang="en-US" sz="1700" b="1" spc="-20" dirty="0">
                <a:effectLst/>
                <a:ea typeface="Cambria" panose="02040503050406030204" pitchFamily="18" charset="0"/>
              </a:rPr>
              <a:t>A clear visual synthesis reveals a consistent pattern of socio-spatial segregation, characterized by a "center-periphery" racial gradient.</a:t>
            </a:r>
          </a:p>
          <a:p>
            <a:pPr marL="285750" indent="-285750">
              <a:buFont typeface="Wingdings" panose="05000000000000000000" pitchFamily="2" charset="2"/>
              <a:buChar char="Ø"/>
            </a:pPr>
            <a:endParaRPr lang="en-US" sz="1700" b="1" spc="-20" dirty="0">
              <a:effectLst/>
              <a:ea typeface="Cambria" panose="02040503050406030204" pitchFamily="18" charset="0"/>
            </a:endParaRPr>
          </a:p>
          <a:p>
            <a:pPr marL="285750" indent="-285750">
              <a:buFont typeface="Wingdings" panose="05000000000000000000" pitchFamily="2" charset="2"/>
              <a:buChar char="Ø"/>
            </a:pPr>
            <a:r>
              <a:rPr lang="en-US" sz="1700" b="1" spc="-20" dirty="0">
                <a:effectLst/>
                <a:ea typeface="Cambria" panose="02040503050406030204" pitchFamily="18" charset="0"/>
              </a:rPr>
              <a:t>In Belo Horizonte and São Paulo there a stark concentration of the Black and Brown population in the distal peripheral zones.</a:t>
            </a:r>
          </a:p>
          <a:p>
            <a:pPr marL="285750" indent="-285750">
              <a:buFont typeface="Wingdings" panose="05000000000000000000" pitchFamily="2" charset="2"/>
              <a:buChar char="Ø"/>
            </a:pPr>
            <a:endParaRPr lang="en-US" sz="1700" b="1" spc="-20" dirty="0">
              <a:effectLst/>
              <a:ea typeface="Cambria" panose="02040503050406030204" pitchFamily="18" charset="0"/>
            </a:endParaRPr>
          </a:p>
          <a:p>
            <a:pPr marL="285750" indent="-285750">
              <a:buFont typeface="Wingdings" panose="05000000000000000000" pitchFamily="2" charset="2"/>
              <a:buChar char="Ø"/>
            </a:pPr>
            <a:r>
              <a:rPr lang="en-US" sz="1700" b="1" spc="-20" dirty="0">
                <a:effectLst/>
                <a:ea typeface="Cambria" panose="02040503050406030204" pitchFamily="18" charset="0"/>
              </a:rPr>
              <a:t>In São Paulo, the central "expanded center" appears in light yellow (indicating a lower share, often below 20%), while the far eastern and southern outskirts transition into deep reds, exceeding 60-80%. </a:t>
            </a:r>
          </a:p>
          <a:p>
            <a:pPr marL="285750" indent="-285750">
              <a:buFont typeface="Wingdings" panose="05000000000000000000" pitchFamily="2" charset="2"/>
              <a:buChar char="Ø"/>
            </a:pPr>
            <a:endParaRPr lang="en-US" sz="1700" b="1" spc="-20" dirty="0">
              <a:ea typeface="Cambria" panose="02040503050406030204" pitchFamily="18" charset="0"/>
            </a:endParaRPr>
          </a:p>
          <a:p>
            <a:pPr marL="285750" indent="-285750">
              <a:buFont typeface="Wingdings" panose="05000000000000000000" pitchFamily="2" charset="2"/>
              <a:buChar char="Ø"/>
            </a:pPr>
            <a:r>
              <a:rPr lang="en-US" sz="1700" b="1" spc="-20" dirty="0">
                <a:effectLst/>
                <a:ea typeface="Cambria" panose="02040503050406030204" pitchFamily="18" charset="0"/>
              </a:rPr>
              <a:t>Rio de Janeiro reveals a unique topographical dimension to urban segregation. Unlike the traditional "center-periphery" model seen in other Brazilian cities, Rio de Janeiro displays a more fractured pattern where high-density pockets of the Black and Brown population are often situated in the immediate vicinity of the city's central and coastal hills. This is primarily due to the historical development of </a:t>
            </a:r>
            <a:r>
              <a:rPr lang="en-US" sz="1700" b="1" i="1" spc="-20" dirty="0">
                <a:effectLst/>
                <a:ea typeface="Cambria" panose="02040503050406030204" pitchFamily="18" charset="0"/>
              </a:rPr>
              <a:t>favelas</a:t>
            </a:r>
            <a:r>
              <a:rPr lang="en-US" sz="1700" b="1" spc="-20" dirty="0">
                <a:effectLst/>
                <a:ea typeface="Cambria" panose="02040503050406030204" pitchFamily="18" charset="0"/>
              </a:rPr>
              <a:t> (slums) on steep. </a:t>
            </a:r>
            <a:r>
              <a:rPr lang="en-US" sz="1700" b="1" dirty="0"/>
              <a:t>Consequently, while the map shows lighter tones in the wealthy South Zone, the intermittent dark red clusters adjacent to these areas signify the precarious, hill-based settlements that characterize Rio’s distinct socio-spatial landscape.</a:t>
            </a:r>
          </a:p>
          <a:p>
            <a:pPr marL="285750" indent="-285750">
              <a:buFont typeface="Wingdings" panose="05000000000000000000" pitchFamily="2" charset="2"/>
              <a:buChar char="Ø"/>
            </a:pPr>
            <a:endParaRPr lang="en-US" sz="1700" b="1" dirty="0"/>
          </a:p>
          <a:p>
            <a:pPr marL="285750" indent="-285750">
              <a:buFont typeface="Wingdings" panose="05000000000000000000" pitchFamily="2" charset="2"/>
              <a:buChar char="Ø"/>
            </a:pPr>
            <a:r>
              <a:rPr lang="en-US" sz="1700" b="1" dirty="0"/>
              <a:t>In Porto Alegre, while the overall gradient is lighter compared to the northern cities, reflecting regional demographic variations in Southern Brazil, the map still identifies localized clusters of higher concentration in the northern and eastern peripheries, maintaining the structural trend of racialized urban space.</a:t>
            </a:r>
            <a:endParaRPr lang="pt-BR" sz="1700" b="1" dirty="0"/>
          </a:p>
        </p:txBody>
      </p:sp>
    </p:spTree>
    <p:extLst>
      <p:ext uri="{BB962C8B-B14F-4D97-AF65-F5344CB8AC3E}">
        <p14:creationId xmlns:p14="http://schemas.microsoft.com/office/powerpoint/2010/main" val="352725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002140" y="216665"/>
            <a:ext cx="10634121" cy="492443"/>
          </a:xfrm>
          <a:prstGeom prst="rect">
            <a:avLst/>
          </a:prstGeom>
          <a:noFill/>
        </p:spPr>
        <p:txBody>
          <a:bodyPr wrap="square" rtlCol="0">
            <a:spAutoFit/>
          </a:bodyPr>
          <a:lstStyle/>
          <a:p>
            <a:r>
              <a:rPr lang="pt-BR" sz="2600" b="1" dirty="0" err="1">
                <a:solidFill>
                  <a:srgbClr val="002060"/>
                </a:solidFill>
                <a:latin typeface="Cambria" panose="02040503050406030204" pitchFamily="18" charset="0"/>
                <a:ea typeface="Cambria" panose="02040503050406030204" pitchFamily="18" charset="0"/>
              </a:rPr>
              <a:t>Application</a:t>
            </a:r>
            <a:r>
              <a:rPr lang="pt-BR" sz="2600" b="1" dirty="0">
                <a:solidFill>
                  <a:srgbClr val="002060"/>
                </a:solidFill>
                <a:latin typeface="Cambria" panose="02040503050406030204" pitchFamily="18" charset="0"/>
                <a:ea typeface="Cambria" panose="02040503050406030204" pitchFamily="18" charset="0"/>
              </a:rPr>
              <a:t>: Porto Alegre vs. Belo Horizonte </a:t>
            </a:r>
            <a:r>
              <a:rPr lang="pt-BR" sz="2600" b="1" dirty="0" err="1">
                <a:solidFill>
                  <a:srgbClr val="002060"/>
                </a:solidFill>
                <a:latin typeface="Cambria" panose="02040503050406030204" pitchFamily="18" charset="0"/>
                <a:ea typeface="Cambria" panose="02040503050406030204" pitchFamily="18" charset="0"/>
              </a:rPr>
              <a:t>comparative</a:t>
            </a:r>
            <a:r>
              <a:rPr lang="pt-BR" sz="2600" b="1" dirty="0">
                <a:solidFill>
                  <a:srgbClr val="002060"/>
                </a:solidFill>
                <a:latin typeface="Cambria" panose="02040503050406030204" pitchFamily="18" charset="0"/>
                <a:ea typeface="Cambria" panose="02040503050406030204" pitchFamily="18" charset="0"/>
              </a:rPr>
              <a:t> </a:t>
            </a:r>
            <a:r>
              <a:rPr lang="pt-BR" sz="2600" b="1" dirty="0" err="1">
                <a:solidFill>
                  <a:srgbClr val="002060"/>
                </a:solidFill>
                <a:latin typeface="Cambria" panose="02040503050406030204" pitchFamily="18" charset="0"/>
                <a:ea typeface="Cambria" panose="02040503050406030204" pitchFamily="18" charset="0"/>
              </a:rPr>
              <a:t>analysis</a:t>
            </a:r>
            <a:endParaRPr lang="pt-BR" sz="2600" b="1" dirty="0">
              <a:solidFill>
                <a:srgbClr val="002060"/>
              </a:solidFill>
              <a:latin typeface="Cambria" panose="02040503050406030204" pitchFamily="18" charset="0"/>
              <a:ea typeface="Cambria" panose="02040503050406030204" pitchFamily="18" charset="0"/>
            </a:endParaRP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m 5">
            <a:extLst>
              <a:ext uri="{FF2B5EF4-FFF2-40B4-BE49-F238E27FC236}">
                <a16:creationId xmlns:a16="http://schemas.microsoft.com/office/drawing/2014/main" id="{09F51615-FC58-CF09-59C3-F4D8C40860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6404" y="1055127"/>
            <a:ext cx="7697222" cy="5474317"/>
          </a:xfrm>
          <a:prstGeom prst="rect">
            <a:avLst/>
          </a:prstGeom>
        </p:spPr>
      </p:pic>
      <p:sp>
        <p:nvSpPr>
          <p:cNvPr id="11" name="CaixaDeTexto 10">
            <a:extLst>
              <a:ext uri="{FF2B5EF4-FFF2-40B4-BE49-F238E27FC236}">
                <a16:creationId xmlns:a16="http://schemas.microsoft.com/office/drawing/2014/main" id="{4DFDCBE9-E8AB-7792-0514-265C8AF19FFA}"/>
              </a:ext>
            </a:extLst>
          </p:cNvPr>
          <p:cNvSpPr txBox="1"/>
          <p:nvPr/>
        </p:nvSpPr>
        <p:spPr>
          <a:xfrm>
            <a:off x="1756274" y="6488668"/>
            <a:ext cx="8679451" cy="369332"/>
          </a:xfrm>
          <a:prstGeom prst="rect">
            <a:avLst/>
          </a:prstGeom>
          <a:noFill/>
        </p:spPr>
        <p:txBody>
          <a:bodyPr wrap="square">
            <a:spAutoFit/>
          </a:bodyPr>
          <a:lstStyle/>
          <a:p>
            <a:pPr algn="ctr"/>
            <a:r>
              <a:rPr lang="pt-BR" b="1" i="1" dirty="0"/>
              <a:t>Porto Alegre (blue) vs. Belo Horizonte (</a:t>
            </a:r>
            <a:r>
              <a:rPr lang="pt-BR" b="1" i="1" dirty="0" err="1"/>
              <a:t>red</a:t>
            </a:r>
            <a:r>
              <a:rPr lang="pt-BR" b="1" i="1" dirty="0"/>
              <a:t>) </a:t>
            </a:r>
            <a:r>
              <a:rPr lang="pt-BR" b="1" i="1" dirty="0" err="1"/>
              <a:t>distributions</a:t>
            </a:r>
            <a:r>
              <a:rPr lang="pt-BR" b="1" i="1" dirty="0"/>
              <a:t> </a:t>
            </a:r>
            <a:r>
              <a:rPr lang="pt-BR" b="1" i="1" dirty="0" err="1"/>
              <a:t>under</a:t>
            </a:r>
            <a:r>
              <a:rPr lang="pt-BR" b="1" i="1" dirty="0"/>
              <a:t> </a:t>
            </a:r>
            <a:r>
              <a:rPr lang="pt-BR" b="1" i="1" dirty="0" err="1">
                <a:latin typeface="Courier New" panose="02070309020205020404" pitchFamily="49" charset="0"/>
                <a:cs typeface="Courier New" panose="02070309020205020404" pitchFamily="49" charset="0"/>
              </a:rPr>
              <a:t>bootstrap</a:t>
            </a:r>
            <a:r>
              <a:rPr lang="pt-BR" b="1" i="1" dirty="0"/>
              <a:t> </a:t>
            </a:r>
            <a:r>
              <a:rPr lang="pt-BR" b="1" i="1" dirty="0" err="1"/>
              <a:t>simulation</a:t>
            </a:r>
            <a:endParaRPr lang="pt-BR" b="1" i="1" dirty="0"/>
          </a:p>
        </p:txBody>
      </p:sp>
    </p:spTree>
    <p:extLst>
      <p:ext uri="{BB962C8B-B14F-4D97-AF65-F5344CB8AC3E}">
        <p14:creationId xmlns:p14="http://schemas.microsoft.com/office/powerpoint/2010/main" val="11386684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002140" y="216665"/>
            <a:ext cx="10634121" cy="492443"/>
          </a:xfrm>
          <a:prstGeom prst="rect">
            <a:avLst/>
          </a:prstGeom>
          <a:noFill/>
        </p:spPr>
        <p:txBody>
          <a:bodyPr wrap="square" rtlCol="0">
            <a:spAutoFit/>
          </a:bodyPr>
          <a:lstStyle/>
          <a:p>
            <a:r>
              <a:rPr lang="pt-BR" sz="2600" b="1" dirty="0">
                <a:solidFill>
                  <a:srgbClr val="002060"/>
                </a:solidFill>
                <a:latin typeface="Cambria" panose="02040503050406030204" pitchFamily="18" charset="0"/>
                <a:ea typeface="Cambria" panose="02040503050406030204" pitchFamily="18" charset="0"/>
              </a:rPr>
              <a:t>Key </a:t>
            </a:r>
            <a:r>
              <a:rPr lang="pt-BR" sz="2600" b="1" dirty="0" err="1">
                <a:solidFill>
                  <a:srgbClr val="002060"/>
                </a:solidFill>
                <a:latin typeface="Cambria" panose="02040503050406030204" pitchFamily="18" charset="0"/>
                <a:ea typeface="Cambria" panose="02040503050406030204" pitchFamily="18" charset="0"/>
              </a:rPr>
              <a:t>findings</a:t>
            </a:r>
            <a:endParaRPr lang="pt-BR" sz="2600" b="1" dirty="0">
              <a:solidFill>
                <a:srgbClr val="002060"/>
              </a:solidFill>
              <a:latin typeface="Cambria" panose="02040503050406030204" pitchFamily="18" charset="0"/>
              <a:ea typeface="Cambria" panose="02040503050406030204" pitchFamily="18" charset="0"/>
            </a:endParaRP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sp>
        <p:nvSpPr>
          <p:cNvPr id="6" name="CaixaDeTexto 5">
            <a:extLst>
              <a:ext uri="{FF2B5EF4-FFF2-40B4-BE49-F238E27FC236}">
                <a16:creationId xmlns:a16="http://schemas.microsoft.com/office/drawing/2014/main" id="{AA96FBC1-19C5-F708-EBC5-AD35687CCE5A}"/>
              </a:ext>
            </a:extLst>
          </p:cNvPr>
          <p:cNvSpPr txBox="1"/>
          <p:nvPr/>
        </p:nvSpPr>
        <p:spPr>
          <a:xfrm>
            <a:off x="312295" y="1647359"/>
            <a:ext cx="11567410" cy="3754874"/>
          </a:xfrm>
          <a:prstGeom prst="rect">
            <a:avLst/>
          </a:prstGeom>
          <a:noFill/>
        </p:spPr>
        <p:txBody>
          <a:bodyPr wrap="square">
            <a:spAutoFit/>
          </a:bodyPr>
          <a:lstStyle/>
          <a:p>
            <a:pPr marL="285750" indent="-285750">
              <a:buFont typeface="Wingdings" panose="05000000000000000000" pitchFamily="2" charset="2"/>
              <a:buChar char="Ø"/>
            </a:pPr>
            <a:r>
              <a:rPr lang="en-US" sz="1700" b="1" spc="-20" dirty="0">
                <a:effectLst/>
                <a:ea typeface="Cambria" panose="02040503050406030204" pitchFamily="18" charset="0"/>
              </a:rPr>
              <a:t>For global indices such as Dissimilarity (</a:t>
            </a:r>
            <a:r>
              <a:rPr lang="en-US" sz="1700" b="1" spc="-20" dirty="0" err="1">
                <a:effectLst/>
                <a:ea typeface="Cambria" panose="02040503050406030204" pitchFamily="18" charset="0"/>
              </a:rPr>
              <a:t>Dissim</a:t>
            </a:r>
            <a:r>
              <a:rPr lang="en-US" sz="1700" b="1" spc="-20" dirty="0">
                <a:effectLst/>
                <a:ea typeface="Cambria" panose="02040503050406030204" pitchFamily="18" charset="0"/>
              </a:rPr>
              <a:t>), Spatial Dissimilarity, and the Gini index, the non-overlapping distributions indicate that Porto Alegre exhibits statistically higher levels of unevenness in population distribution compared to Belo Horizonte. </a:t>
            </a:r>
          </a:p>
          <a:p>
            <a:pPr marL="285750" indent="-285750">
              <a:buFont typeface="Wingdings" panose="05000000000000000000" pitchFamily="2" charset="2"/>
              <a:buChar char="Ø"/>
            </a:pPr>
            <a:endParaRPr lang="en-US" sz="1700" b="1" spc="-20" dirty="0">
              <a:ea typeface="Cambria" panose="02040503050406030204" pitchFamily="18" charset="0"/>
            </a:endParaRPr>
          </a:p>
          <a:p>
            <a:pPr marL="285750" indent="-285750">
              <a:buFont typeface="Wingdings" panose="05000000000000000000" pitchFamily="2" charset="2"/>
              <a:buChar char="Ø"/>
            </a:pPr>
            <a:r>
              <a:rPr lang="en-US" sz="1700" b="1" spc="-20" dirty="0">
                <a:effectLst/>
                <a:ea typeface="Cambria" panose="02040503050406030204" pitchFamily="18" charset="0"/>
              </a:rPr>
              <a:t>Conversely, the Isolation and Distance Decay Isolation metrics show a dramatic reversal; Belo Horizonte (red) displays significantly higher isolation values (concentrated above 0.60) than Porto Alegre (blue, approximately 0.37), suggesting that despite lower overall dissimilarity, Black and Brown residents in Belo Horizonte are much more likely to live in tracts with high intra-group exposure. </a:t>
            </a:r>
          </a:p>
          <a:p>
            <a:pPr marL="285750" indent="-285750">
              <a:buFont typeface="Wingdings" panose="05000000000000000000" pitchFamily="2" charset="2"/>
              <a:buChar char="Ø"/>
            </a:pPr>
            <a:endParaRPr lang="en-US" sz="1700" b="1" spc="-20" dirty="0">
              <a:ea typeface="Cambria" panose="02040503050406030204" pitchFamily="18" charset="0"/>
            </a:endParaRPr>
          </a:p>
          <a:p>
            <a:pPr marL="285750" indent="-285750">
              <a:buFont typeface="Wingdings" panose="05000000000000000000" pitchFamily="2" charset="2"/>
              <a:buChar char="Ø"/>
            </a:pPr>
            <a:r>
              <a:rPr lang="en-US" sz="1700" b="1" spc="-20" dirty="0">
                <a:effectLst/>
                <a:ea typeface="Cambria" panose="02040503050406030204" pitchFamily="18" charset="0"/>
              </a:rPr>
              <a:t>Furthermore, the stark divergence in Relative Clustering where Porto Alegre’s distribution is shifted significantly to the right suggests a more intense spatial aggregation of minority groups into contiguous clusters in the southern capital. </a:t>
            </a:r>
          </a:p>
          <a:p>
            <a:pPr marL="285750" indent="-285750">
              <a:buFont typeface="Wingdings" panose="05000000000000000000" pitchFamily="2" charset="2"/>
              <a:buChar char="Ø"/>
            </a:pPr>
            <a:endParaRPr lang="en-US" sz="1700" b="1" spc="-20" dirty="0">
              <a:ea typeface="Cambria" panose="02040503050406030204" pitchFamily="18" charset="0"/>
            </a:endParaRPr>
          </a:p>
          <a:p>
            <a:pPr marL="285750" indent="-285750">
              <a:buFont typeface="Wingdings" panose="05000000000000000000" pitchFamily="2" charset="2"/>
              <a:buChar char="Ø"/>
            </a:pPr>
            <a:r>
              <a:rPr lang="en-US" sz="1700" b="1" spc="-20" dirty="0">
                <a:effectLst/>
                <a:ea typeface="Cambria" panose="02040503050406030204" pitchFamily="18" charset="0"/>
              </a:rPr>
              <a:t>Measures like Entropy and Relative Concentration show considerable distributional overlap, indicating that for these specific dimensions of segregation, the differences between the two cities may not reach statistical significance.</a:t>
            </a:r>
          </a:p>
        </p:txBody>
      </p:sp>
    </p:spTree>
    <p:extLst>
      <p:ext uri="{BB962C8B-B14F-4D97-AF65-F5344CB8AC3E}">
        <p14:creationId xmlns:p14="http://schemas.microsoft.com/office/powerpoint/2010/main" val="719922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0B8309-4572-4E27-8B6F-D29679313292}"/>
              </a:ext>
            </a:extLst>
          </p:cNvPr>
          <p:cNvCxnSpPr>
            <a:cxnSpLocks/>
          </p:cNvCxnSpPr>
          <p:nvPr/>
        </p:nvCxnSpPr>
        <p:spPr>
          <a:xfrm>
            <a:off x="-112541" y="970671"/>
            <a:ext cx="832807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39AE06C5-34BE-4D68-97C3-4C07702C2DF6}"/>
              </a:ext>
            </a:extLst>
          </p:cNvPr>
          <p:cNvSpPr txBox="1"/>
          <p:nvPr/>
        </p:nvSpPr>
        <p:spPr>
          <a:xfrm>
            <a:off x="1002140" y="216665"/>
            <a:ext cx="10634121" cy="492443"/>
          </a:xfrm>
          <a:prstGeom prst="rect">
            <a:avLst/>
          </a:prstGeom>
          <a:noFill/>
        </p:spPr>
        <p:txBody>
          <a:bodyPr wrap="square" rtlCol="0">
            <a:spAutoFit/>
          </a:bodyPr>
          <a:lstStyle/>
          <a:p>
            <a:r>
              <a:rPr lang="pt-BR" sz="2600" b="1" dirty="0">
                <a:solidFill>
                  <a:srgbClr val="002060"/>
                </a:solidFill>
                <a:latin typeface="Cambria" panose="02040503050406030204" pitchFamily="18" charset="0"/>
                <a:ea typeface="Cambria" panose="02040503050406030204" pitchFamily="18" charset="0"/>
              </a:rPr>
              <a:t>Final </a:t>
            </a:r>
            <a:r>
              <a:rPr lang="pt-BR" sz="2600" b="1" dirty="0" err="1">
                <a:solidFill>
                  <a:srgbClr val="002060"/>
                </a:solidFill>
                <a:latin typeface="Cambria" panose="02040503050406030204" pitchFamily="18" charset="0"/>
                <a:ea typeface="Cambria" panose="02040503050406030204" pitchFamily="18" charset="0"/>
              </a:rPr>
              <a:t>Remarks</a:t>
            </a:r>
            <a:endParaRPr lang="pt-BR" sz="2600" b="1" dirty="0">
              <a:solidFill>
                <a:srgbClr val="002060"/>
              </a:solidFill>
              <a:latin typeface="Cambria" panose="02040503050406030204" pitchFamily="18" charset="0"/>
              <a:ea typeface="Cambria" panose="02040503050406030204" pitchFamily="18" charset="0"/>
            </a:endParaRPr>
          </a:p>
        </p:txBody>
      </p:sp>
      <p:pic>
        <p:nvPicPr>
          <p:cNvPr id="2" name="Picture 2" descr="UFRGS na Serra | Visão de futuro e coragem para inovar">
            <a:extLst>
              <a:ext uri="{FF2B5EF4-FFF2-40B4-BE49-F238E27FC236}">
                <a16:creationId xmlns:a16="http://schemas.microsoft.com/office/drawing/2014/main" id="{567C8E3D-C535-EC50-849C-270CEB4B8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22" y="6346096"/>
            <a:ext cx="683614" cy="4451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C9663204-9A6C-C5D7-7C9B-AAF5653911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2599" y="6212508"/>
            <a:ext cx="1329440" cy="578697"/>
          </a:xfrm>
          <a:prstGeom prst="rect">
            <a:avLst/>
          </a:prstGeom>
          <a:noFill/>
          <a:extLst>
            <a:ext uri="{909E8E84-426E-40DD-AFC4-6F175D3DCCD1}">
              <a14:hiddenFill xmlns:a14="http://schemas.microsoft.com/office/drawing/2010/main">
                <a:solidFill>
                  <a:srgbClr val="FFFFFF"/>
                </a:solidFill>
              </a14:hiddenFill>
            </a:ext>
          </a:extLst>
        </p:spPr>
      </p:pic>
      <p:sp>
        <p:nvSpPr>
          <p:cNvPr id="6" name="CaixaDeTexto 5">
            <a:extLst>
              <a:ext uri="{FF2B5EF4-FFF2-40B4-BE49-F238E27FC236}">
                <a16:creationId xmlns:a16="http://schemas.microsoft.com/office/drawing/2014/main" id="{AA96FBC1-19C5-F708-EBC5-AD35687CCE5A}"/>
              </a:ext>
            </a:extLst>
          </p:cNvPr>
          <p:cNvSpPr txBox="1"/>
          <p:nvPr/>
        </p:nvSpPr>
        <p:spPr>
          <a:xfrm>
            <a:off x="312295" y="1647359"/>
            <a:ext cx="11567410" cy="3754874"/>
          </a:xfrm>
          <a:prstGeom prst="rect">
            <a:avLst/>
          </a:prstGeom>
          <a:noFill/>
        </p:spPr>
        <p:txBody>
          <a:bodyPr wrap="square">
            <a:spAutoFit/>
          </a:bodyPr>
          <a:lstStyle/>
          <a:p>
            <a:pPr marL="285750" indent="-285750">
              <a:buFont typeface="Wingdings" panose="05000000000000000000" pitchFamily="2" charset="2"/>
              <a:buChar char="Ø"/>
            </a:pPr>
            <a:r>
              <a:rPr lang="en-US" sz="1700" b="1" spc="-20" dirty="0">
                <a:ea typeface="Cambria" panose="02040503050406030204" pitchFamily="18" charset="0"/>
              </a:rPr>
              <a:t>S</a:t>
            </a:r>
            <a:r>
              <a:rPr lang="en-US" sz="1700" b="1" spc="-20" dirty="0">
                <a:effectLst/>
                <a:ea typeface="Cambria" panose="02040503050406030204" pitchFamily="18" charset="0"/>
              </a:rPr>
              <a:t>egregation is not a monolithic phenomenon, and conclusions regarding its presence or evolution depend critically on the chosen dimension and metric.</a:t>
            </a:r>
          </a:p>
          <a:p>
            <a:pPr marL="285750" indent="-285750">
              <a:buFont typeface="Wingdings" panose="05000000000000000000" pitchFamily="2" charset="2"/>
              <a:buChar char="Ø"/>
            </a:pPr>
            <a:endParaRPr lang="en-US" sz="1700" b="1" spc="-20" dirty="0">
              <a:ea typeface="Cambria" panose="02040503050406030204" pitchFamily="18" charset="0"/>
            </a:endParaRPr>
          </a:p>
          <a:p>
            <a:pPr marL="285750" indent="-285750">
              <a:buFont typeface="Wingdings" panose="05000000000000000000" pitchFamily="2" charset="2"/>
              <a:buChar char="Ø"/>
            </a:pPr>
            <a:r>
              <a:rPr lang="en-US" sz="1700" b="1" spc="-20" dirty="0">
                <a:effectLst/>
                <a:ea typeface="Cambria" panose="02040503050406030204" pitchFamily="18" charset="0"/>
              </a:rPr>
              <a:t>Residential racial segregation remains a pervasive feature of major Brazilian metropolitan areas, although its spatial expression varies substantially across cities.</a:t>
            </a:r>
          </a:p>
          <a:p>
            <a:pPr marL="285750" indent="-285750">
              <a:buFont typeface="Wingdings" panose="05000000000000000000" pitchFamily="2" charset="2"/>
              <a:buChar char="Ø"/>
            </a:pPr>
            <a:endParaRPr lang="en-US" sz="1700" b="1" spc="-20" dirty="0">
              <a:ea typeface="Cambria" panose="02040503050406030204" pitchFamily="18" charset="0"/>
            </a:endParaRPr>
          </a:p>
          <a:p>
            <a:pPr marL="285750" indent="-285750">
              <a:buFont typeface="Wingdings" panose="05000000000000000000" pitchFamily="2" charset="2"/>
              <a:buChar char="Ø"/>
            </a:pPr>
            <a:r>
              <a:rPr lang="en-US" sz="1700" b="1" spc="-20" dirty="0">
                <a:effectLst/>
                <a:ea typeface="Cambria" panose="02040503050406030204" pitchFamily="18" charset="0"/>
              </a:rPr>
              <a:t>Brazilian segregation cannot be characterized by a single urban model. While São Paulo and Belo Horizonte exhibit a pronounced peripheral concentration of Black and Brown residents, Rio de Janeiro reflects a more fragmented spatial structure shaped by the historical development of hillside favelas adjacent to affluent neighborhoods. Porto Alegre presents a similar, although less pronounced, peripheral pattern.</a:t>
            </a:r>
          </a:p>
          <a:p>
            <a:pPr marL="285750" indent="-285750">
              <a:buFont typeface="Wingdings" panose="05000000000000000000" pitchFamily="2" charset="2"/>
              <a:buChar char="Ø"/>
            </a:pPr>
            <a:endParaRPr lang="en-US" sz="1700" b="1" spc="-20" dirty="0">
              <a:ea typeface="Cambria" panose="02040503050406030204" pitchFamily="18" charset="0"/>
            </a:endParaRPr>
          </a:p>
          <a:p>
            <a:pPr marL="285750" indent="-285750">
              <a:buFont typeface="Wingdings" panose="05000000000000000000" pitchFamily="2" charset="2"/>
              <a:buChar char="Ø"/>
            </a:pPr>
            <a:r>
              <a:rPr lang="en-US" sz="1700" b="1" spc="-20" dirty="0">
                <a:ea typeface="Cambria" panose="02040503050406030204" pitchFamily="18" charset="0"/>
              </a:rPr>
              <a:t>T</a:t>
            </a:r>
            <a:r>
              <a:rPr lang="en-US" sz="1700" b="1" spc="-20" dirty="0">
                <a:effectLst/>
                <a:ea typeface="Cambria" panose="02040503050406030204" pitchFamily="18" charset="0"/>
              </a:rPr>
              <a:t>he </a:t>
            </a:r>
            <a:r>
              <a:rPr lang="en-US" sz="1700" b="1" spc="-20" dirty="0" err="1">
                <a:effectLst/>
                <a:ea typeface="Cambria" panose="02040503050406030204" pitchFamily="18" charset="0"/>
              </a:rPr>
              <a:t>PySAL</a:t>
            </a:r>
            <a:r>
              <a:rPr lang="en-US" sz="1700" b="1" spc="-20" dirty="0">
                <a:effectLst/>
                <a:ea typeface="Cambria" panose="02040503050406030204" pitchFamily="18" charset="0"/>
              </a:rPr>
              <a:t> segregation module represents a significant advancement in the computational analysis of segregation. By integrating a wide array of indices with flexible and robust inferential tools, it addresses longstanding limitations in the field and opens new avenues for empirical investigation. </a:t>
            </a:r>
          </a:p>
        </p:txBody>
      </p:sp>
    </p:spTree>
    <p:extLst>
      <p:ext uri="{BB962C8B-B14F-4D97-AF65-F5344CB8AC3E}">
        <p14:creationId xmlns:p14="http://schemas.microsoft.com/office/powerpoint/2010/main" val="168436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10570</TotalTime>
  <Words>1014</Words>
  <Application>Microsoft Office PowerPoint</Application>
  <PresentationFormat>Widescreen</PresentationFormat>
  <Paragraphs>109</Paragraphs>
  <Slides>21</Slides>
  <Notes>20</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21</vt:i4>
      </vt:variant>
    </vt:vector>
  </HeadingPairs>
  <TitlesOfParts>
    <vt:vector size="29" baseType="lpstr">
      <vt:lpstr>Arial</vt:lpstr>
      <vt:lpstr>Arial Nova</vt:lpstr>
      <vt:lpstr>Calibri</vt:lpstr>
      <vt:lpstr>Calibri Light</vt:lpstr>
      <vt:lpstr>Cambria</vt:lpstr>
      <vt:lpstr>Courier New</vt:lpstr>
      <vt:lpstr>Wingdings</vt:lpstr>
      <vt:lpstr>Tema do Office</vt:lpstr>
      <vt:lpstr>A Framework for Aspatial and Spatial Residential Segregation Measures: The  PySAL segregation Module with Evidence from Brazil</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Ciência de Dados e Inteligência Artificial</dc:title>
  <dc:creator>RENAN XAVIER CORTES</dc:creator>
  <cp:lastModifiedBy>Renan Xavier Cortes</cp:lastModifiedBy>
  <cp:revision>193</cp:revision>
  <dcterms:created xsi:type="dcterms:W3CDTF">2020-10-25T10:14:05Z</dcterms:created>
  <dcterms:modified xsi:type="dcterms:W3CDTF">2026-08-13T17:48:25Z</dcterms:modified>
</cp:coreProperties>
</file>